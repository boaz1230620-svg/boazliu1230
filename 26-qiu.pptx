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【約0.5分鐘】今天只講一個字——「求」，設計主題是「呼求的夜空」。先讓朋友放鬆：給我大約十五分鐘，聽完再一起討論。本篇已按福音需要調整順序：先從生活談起，再回到經文，內容取自原文。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【約1.5分鐘】開場提問：當突如其來的風暴將人逼到窮途末路，你要向誰求出路？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【約3.0分鐘】虛空惟神能填。投影片上的講解就是原文該段的濃縮，講的時候可以照著說，再展開一兩句自己的見證，不要偏離原文。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【約3.0分鐘】呼求得救享豐富。投影片上的講解就是原文該段的濃縮，講的時候可以照著說，再展開一兩句自己的見證，不要偏離原文。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【約3.0分鐘】從救恩之泉取水。投影片上的講解就是原文該段的濃縮，講的時候可以照著說，再展開一兩句自己的見證，不要偏離原文。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今天你需要作的，是停止掙扎苦鬥，藉簡單的信來到基督面前，呼求祂的名，把祂接受到靈裡作救贖主和救主。這樣你就能經歷祂的救贖，天天從罪、死和撒但得拯救，生命活水在你裡面湧流喜樂、平安、滿足，直到永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求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E1B50"/>
                </a:solidFill>
                <a:latin typeface="微軟正黑體"/>
              </a:defRPr>
            </a:pPr>
            <a:r>
              <a:rPr sz="3000">
                <a:solidFill>
                  <a:srgbClr val="1E1B50"/>
                </a:solidFill>
              </a:rPr>
              <a:t>呼求的夜空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1E1B50"/>
                </a:solidFill>
                <a:latin typeface="微軟正黑體"/>
              </a:defRPr>
            </a:pPr>
            <a:r>
              <a:rPr sz="2400">
                <a:solidFill>
                  <a:srgbClr val="1E1B50"/>
                </a:solidFill>
              </a:rPr>
              <a:t>人應有的態度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818CF8"/>
                </a:solidFill>
                <a:latin typeface="微軟正黑體"/>
              </a:defRPr>
            </a:pPr>
            <a:r>
              <a:rPr>
                <a:solidFill>
                  <a:srgbClr val="818CF8"/>
                </a:solidFill>
              </a:rPr>
              <a:t>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818CF8"/>
                </a:solidFill>
                <a:latin typeface="微軟正黑體"/>
              </a:defRPr>
            </a:pPr>
            <a:r>
              <a:rPr sz="3200">
                <a:solidFill>
                  <a:srgbClr val="818CF8"/>
                </a:solidFill>
              </a:rPr>
              <a:t>第 26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818CF8"/>
                </a:solidFill>
                <a:latin typeface="微軟正黑體"/>
              </a:defRPr>
            </a:pPr>
            <a:r>
              <a:rPr sz="3800" b="1">
                <a:solidFill>
                  <a:srgbClr val="818CF8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18CF8"/>
                </a:solidFill>
                <a:latin typeface="微軟正黑體"/>
              </a:defRPr>
            </a:pPr>
            <a:r>
              <a:rPr sz="4000" b="1">
                <a:solidFill>
                  <a:srgbClr val="818CF8"/>
                </a:solidFill>
              </a:rPr>
              <a:t>當突如其來的風暴將人逼到窮途末路，你要向誰求出路？</a:t>
            </a:r>
          </a:p>
        </p:txBody>
      </p:sp>
      <p:pic>
        <p:nvPicPr>
          <p:cNvPr id="10" name="Picture 9" descr="求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18CF8"/>
                </a:solidFill>
                <a:latin typeface="微軟正黑體"/>
              </a:defRPr>
            </a:pPr>
            <a:r>
              <a:rPr sz="4000" b="1">
                <a:solidFill>
                  <a:srgbClr val="818CF8"/>
                </a:solidFill>
              </a:rPr>
              <a:t>虛空惟神能填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學問財富成就填不滿深處虛空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人的靈需要盛裝神才有真滿足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柯達老闆有錢有勢仍虛空自盡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B50"/>
                </a:solidFill>
                <a:latin typeface="微軟正黑體"/>
              </a:defRPr>
            </a:pPr>
            <a:r>
              <a:rPr sz="2400"/>
              <a:t>經文：「凡呼求主名的，就必得救。」（羅十13）</a:t>
            </a:r>
          </a:p>
        </p:txBody>
      </p:sp>
      <p:pic>
        <p:nvPicPr>
          <p:cNvPr id="19" name="Picture 18" descr="story_求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18CF8"/>
                </a:solidFill>
                <a:latin typeface="微軟正黑體"/>
              </a:defRPr>
            </a:pPr>
            <a:r>
              <a:rPr sz="4000" b="1">
                <a:solidFill>
                  <a:srgbClr val="818CF8"/>
                </a:solidFill>
              </a:rPr>
              <a:t>呼求得救享豐富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呼求如張口吸入空氣般簡單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主是賜生命的靈無所不在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有罪得擔當痛苦得安慰孤單有伴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B50"/>
                </a:solidFill>
                <a:latin typeface="微軟正黑體"/>
              </a:defRPr>
            </a:pPr>
            <a:r>
              <a:rPr sz="2400"/>
              <a:t>經文：「祂對一切呼求祂的人是豐富的。」（羅十12）</a:t>
            </a:r>
          </a:p>
        </p:txBody>
      </p:sp>
      <p:pic>
        <p:nvPicPr>
          <p:cNvPr id="19" name="Picture 18" descr="story_求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18CF8"/>
                </a:solidFill>
                <a:latin typeface="微軟正黑體"/>
              </a:defRPr>
            </a:pPr>
            <a:r>
              <a:rPr sz="4000" b="1">
                <a:solidFill>
                  <a:srgbClr val="818CF8"/>
                </a:solidFill>
              </a:rPr>
              <a:t>從救恩之泉取水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基督是救恩之泉作人的享受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呼求祂名就是喝祂得活水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活水進來使人永遠不渴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B50"/>
                </a:solidFill>
                <a:latin typeface="微軟正黑體"/>
              </a:defRPr>
            </a:pPr>
            <a:r>
              <a:rPr sz="2400"/>
              <a:t>經文：「所以你們必從救恩之泉歡然取水，在那日，你們要說，當稱謝耶和華，呼求祂的名！」（賽十二3〜4）</a:t>
            </a:r>
          </a:p>
        </p:txBody>
      </p:sp>
      <p:pic>
        <p:nvPicPr>
          <p:cNvPr id="19" name="Picture 18" descr="story_求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18CF8"/>
                </a:solidFill>
                <a:latin typeface="微軟正黑體"/>
              </a:defRPr>
            </a:pPr>
            <a:r>
              <a:rPr sz="1800">
                <a:solidFill>
                  <a:srgbClr val="818CF8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18CF8"/>
                </a:solidFill>
                <a:latin typeface="微軟正黑體"/>
              </a:defRPr>
            </a:pPr>
            <a:r>
              <a:rPr sz="4200" b="1">
                <a:solidFill>
                  <a:srgbClr val="818CF8"/>
                </a:solidFill>
              </a:rPr>
              <a:t>「求」的鑰字經文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凡呼求主名的，就必得救。（羅十13）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祂對一切呼求祂的人是豐富的。（羅十12）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從救恩之泉歡然取水，呼求祂的名。（賽十二3〜4）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E1B50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818CF8"/>
                </a:solidFill>
                <a:latin typeface="微軟正黑體"/>
              </a:defRPr>
            </a:pPr>
            <a:r>
              <a:rPr sz="2000">
                <a:solidFill>
                  <a:srgbClr val="818CF8"/>
                </a:solidFill>
              </a:rPr>
              <a:t>福音的答案 · 呼求的夜空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18CF8"/>
                </a:solidFill>
                <a:latin typeface="微軟正黑體"/>
              </a:defRPr>
            </a:pPr>
            <a:r>
              <a:rPr sz="4600" b="1">
                <a:solidFill>
                  <a:srgbClr val="818CF8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1B50"/>
                </a:solidFill>
                <a:latin typeface="微軟正黑體"/>
              </a:defRPr>
            </a:pPr>
            <a:r>
              <a:rPr sz="3300">
                <a:solidFill>
                  <a:srgbClr val="1E1B50"/>
                </a:solidFill>
              </a:rPr>
              <a:t>停止自己的掙扎苦鬥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1B50"/>
                </a:solidFill>
                <a:latin typeface="微軟正黑體"/>
              </a:defRPr>
            </a:pPr>
            <a:r>
              <a:rPr sz="3300">
                <a:solidFill>
                  <a:srgbClr val="1E1B50"/>
                </a:solidFill>
              </a:rPr>
              <a:t>簡單相信來到基督面前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18CF8"/>
                </a:solidFill>
                <a:latin typeface="微軟正黑體"/>
              </a:defRPr>
            </a:pPr>
            <a:r>
              <a:rPr sz="33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E1B50"/>
                </a:solidFill>
                <a:latin typeface="微軟正黑體"/>
              </a:defRPr>
            </a:pPr>
            <a:r>
              <a:rPr sz="3300">
                <a:solidFill>
                  <a:srgbClr val="1E1B50"/>
                </a:solidFill>
              </a:rPr>
              <a:t>呼求祂名接受祂進靈裡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E1B50"/>
                </a:solidFill>
                <a:latin typeface="微軟正黑體"/>
              </a:defRPr>
            </a:pPr>
            <a:r>
              <a:rPr sz="2400">
                <a:solidFill>
                  <a:srgbClr val="1E1B50"/>
                </a:solidFill>
              </a:rPr>
              <a:t>今天你需要作的，是停止掙扎苦鬥，藉簡單的信來到基督面前，呼求祂的名，把祂接受到靈裡作救贖主和救主。這樣你就能經歷祂的救贖，天天從罪、死和撒但得拯救，生命活水在你裡面湧流喜樂、平安、滿足，直到永遠。</a:t>
            </a:r>
          </a:p>
        </p:txBody>
      </p:sp>
      <p:pic>
        <p:nvPicPr>
          <p:cNvPr id="12" name="Picture 11" descr="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18CF8"/>
                </a:solidFill>
                <a:latin typeface="微軟正黑體"/>
              </a:defRPr>
            </a:pPr>
            <a:r>
              <a:rPr sz="1800">
                <a:solidFill>
                  <a:srgbClr val="818CF8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18CF8"/>
                </a:solidFill>
                <a:latin typeface="微軟正黑體"/>
              </a:defRPr>
            </a:pPr>
            <a:r>
              <a:rPr sz="4200" b="1">
                <a:solidFill>
                  <a:srgbClr val="818CF8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E1B50"/>
                </a:solidFill>
                <a:latin typeface="微軟正黑體"/>
              </a:defRPr>
            </a:pPr>
            <a:r>
              <a:rPr sz="3600"/>
              <a:t>停止掙扎，現在就呼求主耶穌，接受祂進到你的靈裡。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18CF8"/>
                </a:solidFill>
                <a:latin typeface="微軟正黑體"/>
              </a:defRPr>
            </a:pPr>
            <a:r>
              <a:rPr sz="1800">
                <a:solidFill>
                  <a:srgbClr val="818CF8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18CF8"/>
                </a:solidFill>
                <a:latin typeface="微軟正黑體"/>
              </a:defRPr>
            </a:pPr>
            <a:r>
              <a:rPr sz="4200" b="1">
                <a:solidFill>
                  <a:srgbClr val="818CF8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18CF8"/>
                </a:solidFill>
                <a:latin typeface="微軟正黑體"/>
              </a:defRPr>
            </a:pPr>
            <a:r>
              <a:rPr sz="2800">
                <a:solidFill>
                  <a:srgbClr val="818CF8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主耶穌啊，我很虛空，我需要你。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18CF8"/>
                </a:solidFill>
                <a:latin typeface="微軟正黑體"/>
              </a:defRPr>
            </a:pPr>
            <a:r>
              <a:rPr sz="2800">
                <a:solidFill>
                  <a:srgbClr val="818CF8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求你進到我的靈裡，住在我的心裡。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18CF8"/>
                </a:solidFill>
                <a:latin typeface="微軟正黑體"/>
              </a:defRPr>
            </a:pPr>
            <a:r>
              <a:rPr sz="2800">
                <a:solidFill>
                  <a:srgbClr val="818CF8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求你充滿我，我向你敞開，我真需要你。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18CF8"/>
                </a:solidFill>
                <a:latin typeface="微軟正黑體"/>
              </a:defRPr>
            </a:pPr>
            <a:r>
              <a:rPr sz="2800">
                <a:solidFill>
                  <a:srgbClr val="818CF8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主耶穌，救我，作我的生命力量與安穩住處。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B50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18CF8"/>
                </a:solidFill>
                <a:latin typeface="微軟正黑體"/>
              </a:defRPr>
            </a:pPr>
            <a:r>
              <a:rPr sz="1800">
                <a:solidFill>
                  <a:srgbClr val="818CF8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18CF8"/>
                </a:solidFill>
                <a:latin typeface="微軟正黑體"/>
              </a:defRPr>
            </a:pPr>
            <a:r>
              <a:rPr sz="4200" b="1">
                <a:solidFill>
                  <a:srgbClr val="818CF8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18CF8"/>
                </a:solidFill>
                <a:latin typeface="微軟正黑體"/>
              </a:defRPr>
            </a:pPr>
            <a:r>
              <a:rPr sz="31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18CF8"/>
                </a:solidFill>
                <a:latin typeface="微軟正黑體"/>
              </a:defRPr>
            </a:pPr>
            <a:r>
              <a:rPr sz="31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18CF8"/>
                </a:solidFill>
                <a:latin typeface="微軟正黑體"/>
              </a:defRPr>
            </a:pPr>
            <a:r>
              <a:rPr sz="3100">
                <a:solidFill>
                  <a:srgbClr val="818CF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人阿，你在那裏，第三十九問；羅馬書生命讀經，第二十三篇；聖經的中心與人生的中心，第十二章；團禮基督的異象與經歷，第四章；以賽亞書生命讀經，第四十篇；神經綸的福音—基督的救贖與拯救。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人生的奧祕（二）·福音鑰字「求」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