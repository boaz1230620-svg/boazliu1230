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【約0.5分鐘】今天只講一個字——「恆」，設計主題是「永遠長存」。先讓朋友放鬆：給我大約十五分鐘，聽完再一起討論。本篇已按福音需要調整順序：先從生活談起，再回到經文，內容取自原文。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【約1.5分鐘】開場提問：在這個世界上，找得到什麼東西是永遠、永恆的嗎？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【約2.2分鐘】世界和情慾正過去。投影片上的講解就是原文該段的濃縮，講的時候可以照著說，再展開一兩句自己的見證，不要偏離原文。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【約2.2分鐘】惟有主的話永長存。投影片上的講解就是原文該段的濃縮，講的時候可以照著說，再展開一兩句自己的見證，不要偏離原文。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【約2.2分鐘】活盼望存天上基業。投影片上的講解就是原文該段的濃縮，講的時候可以照著說，再展開一兩句自己的見證，不要偏離原文。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【約2.2分鐘】神是人的真產業。投影片上的講解就是原文該段的濃縮，講的時候可以照著說，再展開一兩句自己的見證，不要偏離原文。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所羅門告訴我們，神在世人的心裡安置、栽種了一個東西，叫作永遠，就是人有尋求永遠的感覺；除神以外，別無什麼可以滿足這感覺。當神進來的時候，就將永遠的生命分賜到人裡面，使有限短暫的人得著永遠無限的生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恆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1C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1C7454"/>
                </a:solidFill>
                <a:latin typeface="微軟正黑體"/>
              </a:defRPr>
            </a:pPr>
            <a:r>
              <a:rPr>
                <a:solidFill>
                  <a:srgbClr val="1C7454"/>
                </a:solidFill>
              </a:rPr>
              <a:t>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1C3732"/>
                </a:solidFill>
                <a:latin typeface="微軟正黑體"/>
              </a:defRPr>
            </a:pPr>
            <a:r>
              <a:rPr sz="2600">
                <a:solidFill>
                  <a:srgbClr val="1C3732"/>
                </a:solidFill>
              </a:rPr>
              <a:t>永遠長存 · 神給人的恩典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>
                <a:solidFill>
                  <a:srgbClr val="1C3732"/>
                </a:solidFill>
                <a:latin typeface="微軟正黑體"/>
              </a:defRPr>
            </a:pPr>
            <a:r>
              <a:rPr sz="2200">
                <a:solidFill>
                  <a:srgbClr val="1C3732"/>
                </a:solidFill>
              </a:rPr>
              <a:t>第 15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1C7454"/>
                </a:solidFill>
                <a:latin typeface="微軟正黑體"/>
              </a:defRPr>
            </a:pPr>
            <a:r>
              <a:rPr sz="3800" b="1">
                <a:solidFill>
                  <a:srgbClr val="1C7454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1C7454"/>
                </a:solidFill>
                <a:latin typeface="微軟正黑體"/>
              </a:defRPr>
            </a:pPr>
            <a:r>
              <a:rPr sz="4000" b="1">
                <a:solidFill>
                  <a:srgbClr val="1C7454"/>
                </a:solidFill>
              </a:rPr>
              <a:t>在這個世界上，找得到什麼東西是永遠、永恆的嗎？</a:t>
            </a:r>
          </a:p>
        </p:txBody>
      </p:sp>
      <p:pic>
        <p:nvPicPr>
          <p:cNvPr id="8" name="Picture 7" descr="恆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C7454"/>
                </a:solidFill>
                <a:latin typeface="微軟正黑體"/>
              </a:defRPr>
            </a:pPr>
            <a:r>
              <a:rPr sz="4000" b="1">
                <a:solidFill>
                  <a:srgbClr val="1C7454"/>
                </a:solidFill>
              </a:rPr>
              <a:t>世界和情慾正過去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物質領域沒有永存之物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亞歷山大空手離世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所羅門說凡事都虛空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C3732"/>
                </a:solidFill>
                <a:latin typeface="微軟正黑體"/>
              </a:defRPr>
            </a:pPr>
            <a:r>
              <a:rPr sz="2400"/>
              <a:t>經文：「這世界和其上的情慾，正在過去；惟獨實行神旨意的，永遠長存。」（約壹二17）</a:t>
            </a:r>
          </a:p>
        </p:txBody>
      </p:sp>
      <p:pic>
        <p:nvPicPr>
          <p:cNvPr id="17" name="Picture 16" descr="story_恆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C7454"/>
                </a:solidFill>
                <a:latin typeface="微軟正黑體"/>
              </a:defRPr>
            </a:pPr>
            <a:r>
              <a:rPr sz="4000" b="1">
                <a:solidFill>
                  <a:srgbClr val="1C7454"/>
                </a:solidFill>
              </a:rPr>
              <a:t>惟有主的話永長存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墮落人類都像枯乾的草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人的年日窄如手掌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基督活著且活到永遠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C3732"/>
                </a:solidFill>
                <a:latin typeface="微軟正黑體"/>
              </a:defRPr>
            </a:pPr>
            <a:r>
              <a:rPr sz="2400"/>
              <a:t>經文：「凡屬肉體的人盡都如草，他一切的榮美都像草上的花；草必枯乾，花必凋謝，惟有主的話永遠長存。」（彼前一24-25）</a:t>
            </a:r>
          </a:p>
        </p:txBody>
      </p:sp>
      <p:pic>
        <p:nvPicPr>
          <p:cNvPr id="17" name="Picture 16" descr="story_恆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C7454"/>
                </a:solidFill>
                <a:latin typeface="微軟正黑體"/>
              </a:defRPr>
            </a:pPr>
            <a:r>
              <a:rPr sz="4000" b="1">
                <a:solidFill>
                  <a:srgbClr val="1C7454"/>
                </a:solidFill>
              </a:rPr>
              <a:t>活盼望存天上基業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在基督以外沒有指望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復活基督帶來活盼望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基業現今就能享受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C3732"/>
                </a:solidFill>
                <a:latin typeface="微軟正黑體"/>
              </a:defRPr>
            </a:pPr>
            <a:r>
              <a:rPr sz="2400"/>
              <a:t>經文：「我們有活的盼望，可以得著不能朽壞、不能玷污、不能衰殘，為你們存留在諸天之上的基業。」（彼前一3下-4）</a:t>
            </a:r>
          </a:p>
        </p:txBody>
      </p:sp>
      <p:pic>
        <p:nvPicPr>
          <p:cNvPr id="17" name="Picture 16" descr="story_恆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C7454"/>
                </a:solidFill>
                <a:latin typeface="微軟正黑體"/>
              </a:defRPr>
            </a:pPr>
            <a:r>
              <a:rPr sz="4000" b="1">
                <a:solidFill>
                  <a:srgbClr val="1C7454"/>
                </a:solidFill>
              </a:rPr>
              <a:t>神是人的真產業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天地都要滅沒像舊衣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惟有神仍是一樣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人是神的器皿神是內容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C3732"/>
                </a:solidFill>
                <a:latin typeface="微軟正黑體"/>
              </a:defRPr>
            </a:pPr>
            <a:r>
              <a:rPr sz="2400"/>
              <a:t>經文：「耶和華是我的產業，我的產業實在美好。」（詩十六5-6）</a:t>
            </a:r>
          </a:p>
        </p:txBody>
      </p:sp>
      <p:pic>
        <p:nvPicPr>
          <p:cNvPr id="17" name="Picture 16" descr="story_恆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C3732"/>
                </a:solidFill>
                <a:latin typeface="微軟正黑體"/>
              </a:defRPr>
            </a:pPr>
            <a:r>
              <a:rPr sz="1800"/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C7454"/>
                </a:solidFill>
                <a:latin typeface="微軟正黑體"/>
              </a:defRPr>
            </a:pPr>
            <a:r>
              <a:rPr sz="4200" b="1">
                <a:solidFill>
                  <a:srgbClr val="1C7454"/>
                </a:solidFill>
              </a:rPr>
              <a:t>「恆」的鑰字經文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這世界和其上的情欲，正在過去；惟獨實行神旨意的，永遠長存。（約壹二17）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因為凡屬肉體的人盡都如草，他一切的榮美都像草上的花；草必枯乾，花必凋謝，惟有主的話永遠長存。所傳給你們的福音就是這話。（彼前一24-25）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我們有活的盼望，可以得著不能朽壞、不能玷污、不能衰殘，為你們存留在諸天之上的基業。（彼前一3註7；4註1,2,4）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耶和華是我的產業，我的產業實在美好。（詩十六5-6）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C3732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C7454"/>
                </a:solidFill>
                <a:latin typeface="微軟正黑體"/>
              </a:defRPr>
            </a:pPr>
            <a:r>
              <a:rPr sz="2000">
                <a:solidFill>
                  <a:srgbClr val="1C7454"/>
                </a:solidFill>
              </a:rPr>
              <a:t>福音的答案 · 永遠長存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1C7454"/>
                </a:solidFill>
                <a:latin typeface="微軟正黑體"/>
              </a:defRPr>
            </a:pPr>
            <a:r>
              <a:rPr sz="4600" b="1">
                <a:solidFill>
                  <a:srgbClr val="1C7454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C3732"/>
                </a:solidFill>
                <a:latin typeface="微軟正黑體"/>
              </a:defRPr>
            </a:pPr>
            <a:r>
              <a:rPr sz="3300">
                <a:solidFill>
                  <a:srgbClr val="1C3732"/>
                </a:solidFill>
              </a:rPr>
              <a:t>神把永遠安置在人心裡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C3732"/>
                </a:solidFill>
                <a:latin typeface="微軟正黑體"/>
              </a:defRPr>
            </a:pPr>
            <a:r>
              <a:rPr sz="3300">
                <a:solidFill>
                  <a:srgbClr val="1C3732"/>
                </a:solidFill>
              </a:rPr>
              <a:t>只有永遠的神能滿足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C7454"/>
                </a:solidFill>
                <a:latin typeface="微軟正黑體"/>
              </a:defRPr>
            </a:pPr>
            <a:r>
              <a:rPr sz="33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C3732"/>
                </a:solidFill>
                <a:latin typeface="微軟正黑體"/>
              </a:defRPr>
            </a:pPr>
            <a:r>
              <a:rPr sz="3300">
                <a:solidFill>
                  <a:srgbClr val="1C3732"/>
                </a:solidFill>
              </a:rPr>
              <a:t>得著神就得永遠生命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C3732"/>
                </a:solidFill>
                <a:latin typeface="微軟正黑體"/>
              </a:defRPr>
            </a:pPr>
            <a:r>
              <a:rPr sz="2400">
                <a:solidFill>
                  <a:srgbClr val="1C3732"/>
                </a:solidFill>
              </a:rPr>
              <a:t>所羅門告訴我們，神在世人的心裡安置、栽種了一個東西，叫作永遠，就是人有尋求永遠的感覺；除神以外，別無什麼可以滿足這感覺。當神進來的時候，就將永遠的生命分賜到人裡面，使有限短暫的人得著永遠無限的生命。</a:t>
            </a:r>
          </a:p>
        </p:txBody>
      </p:sp>
      <p:pic>
        <p:nvPicPr>
          <p:cNvPr id="12" name="Picture 11" descr="恆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C3732"/>
                </a:solidFill>
                <a:latin typeface="微軟正黑體"/>
              </a:defRPr>
            </a:pPr>
            <a:r>
              <a:rPr sz="1800"/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C7454"/>
                </a:solidFill>
                <a:latin typeface="微軟正黑體"/>
              </a:defRPr>
            </a:pPr>
            <a:r>
              <a:rPr sz="4200" b="1">
                <a:solidFill>
                  <a:srgbClr val="1C7454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C3732"/>
                </a:solidFill>
                <a:latin typeface="微軟正黑體"/>
              </a:defRPr>
            </a:pPr>
            <a:r>
              <a:rPr sz="3600"/>
              <a:t>請抓住短暫有限的人生，得著永遠無限的神，叫你與永遠無限的神聯結。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恆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C3732"/>
                </a:solidFill>
                <a:latin typeface="微軟正黑體"/>
              </a:defRPr>
            </a:pPr>
            <a:r>
              <a:rPr sz="1800"/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C7454"/>
                </a:solidFill>
                <a:latin typeface="微軟正黑體"/>
              </a:defRPr>
            </a:pPr>
            <a:r>
              <a:rPr sz="4200" b="1">
                <a:solidFill>
                  <a:srgbClr val="1C7454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C7454"/>
                </a:solidFill>
                <a:latin typeface="微軟正黑體"/>
              </a:defRPr>
            </a:pPr>
            <a:r>
              <a:rPr sz="2800">
                <a:solidFill>
                  <a:srgbClr val="1C745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永遠的神啊，我心裡有追求永遠的感覺。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C7454"/>
                </a:solidFill>
                <a:latin typeface="微軟正黑體"/>
              </a:defRPr>
            </a:pPr>
            <a:r>
              <a:rPr sz="2800">
                <a:solidFill>
                  <a:srgbClr val="1C7454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除你以外，別無什麼能滿足我。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C7454"/>
                </a:solidFill>
                <a:latin typeface="微軟正黑體"/>
              </a:defRPr>
            </a:pPr>
            <a:r>
              <a:rPr sz="2800">
                <a:solidFill>
                  <a:srgbClr val="1C7454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我願口裡認耶穌為主，心裡信你叫祂復活。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C7454"/>
                </a:solidFill>
                <a:latin typeface="微軟正黑體"/>
              </a:defRPr>
            </a:pPr>
            <a:r>
              <a:rPr sz="2800">
                <a:solidFill>
                  <a:srgbClr val="1C7454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求你進到我裡面，作我永遠的生命和產業。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C3732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C3732"/>
                </a:solidFill>
                <a:latin typeface="微軟正黑體"/>
              </a:defRPr>
            </a:pPr>
            <a:r>
              <a:rPr sz="1800"/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C7454"/>
                </a:solidFill>
                <a:latin typeface="微軟正黑體"/>
              </a:defRPr>
            </a:pPr>
            <a:r>
              <a:rPr sz="4200" b="1">
                <a:solidFill>
                  <a:srgbClr val="1C7454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C7454"/>
                </a:solidFill>
                <a:latin typeface="微軟正黑體"/>
              </a:defRPr>
            </a:pPr>
            <a:r>
              <a:rPr sz="31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C7454"/>
                </a:solidFill>
                <a:latin typeface="微軟正黑體"/>
              </a:defRPr>
            </a:pPr>
            <a:r>
              <a:rPr sz="31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C7454"/>
                </a:solidFill>
                <a:latin typeface="微軟正黑體"/>
              </a:defRPr>
            </a:pPr>
            <a:r>
              <a:rPr sz="3100">
                <a:solidFill>
                  <a:srgbClr val="1C7454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人阿，你在那裏，第四十問；傳道書生命讀經，第一篇；虛空人生變詩歌，第十五篇；神經綸的福音—基督是神；禧年，第二篇；彼得前書生命讀經，第三篇。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人生的奧祕（二）·福音鑰字「恆」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