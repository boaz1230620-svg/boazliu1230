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【約0.5分鐘】今天只講一個字——「樂」，設計主題是「滿溢的喜樂」。先讓朋友放鬆：給我大約十五分鐘，聽完再一起討論。本篇已按福音需要調整順序：先從生活談起，再回到經文，內容取自原文。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【約1.5分鐘】開場提問：到底喜樂從何而來？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【約2.2分鐘】喜樂是神的生命。投影片上的講解就是原文該段的濃縮，講的時候可以照著說，再展開一兩句自己的見證，不要偏離原文。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【約2.2分鐘】主自己就是喜樂。投影片上的講解就是原文該段的濃縮，講的時候可以照著說，再展開一兩句自己的見證，不要偏離原文。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【約2.2分鐘】喜樂無人能奪去。投影片上的講解就是原文該段的濃縮，講的時候可以照著說，再展開一兩句自己的見證，不要偏離原文。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【約2.2分鐘】話語交通滿了喜樂。投影片上的講解就是原文該段的濃縮，講的時候可以照著說，再展開一兩句自己的見證，不要偏離原文。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在召會中所過的國度生活，是以聖靈中的喜樂配著公義、和平所構成的。信徒在召會中若對人對神都是義的、對的，與人與神的關係必定是和平的，也就能在聖靈裡喜樂，這就是活在神國實際中的明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樂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0"/>
            <a:ext cx="48463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23760" y="0"/>
            <a:ext cx="118872" cy="68580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B45309"/>
                </a:solidFill>
                <a:latin typeface="微軟正黑體"/>
              </a:defRPr>
            </a:pPr>
            <a:r>
              <a:rPr sz="3000">
                <a:solidFill>
                  <a:srgbClr val="B45309"/>
                </a:solidFill>
              </a:rPr>
              <a:t>滿溢的喜樂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B45309"/>
                </a:solidFill>
                <a:latin typeface="微軟正黑體"/>
              </a:defRPr>
            </a:pPr>
            <a:r>
              <a:rPr sz="2400">
                <a:solidFill>
                  <a:srgbClr val="B45309"/>
                </a:solidFill>
              </a:rPr>
              <a:t>神給人的恩典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9000" b="1">
                <a:solidFill>
                  <a:srgbClr val="8B7B27"/>
                </a:solidFill>
                <a:latin typeface="微軟正黑體"/>
              </a:defRPr>
            </a:pPr>
            <a:r>
              <a:rPr>
                <a:solidFill>
                  <a:srgbClr val="8B7B27"/>
                </a:solidFill>
              </a:rPr>
              <a:t>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C07A1A"/>
                </a:solidFill>
                <a:latin typeface="微軟正黑體"/>
              </a:defRPr>
            </a:pPr>
            <a:r>
              <a:rPr sz="3200">
                <a:solidFill>
                  <a:srgbClr val="C07A1A"/>
                </a:solidFill>
              </a:rPr>
              <a:t>第 11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C07A1A"/>
                </a:solidFill>
                <a:latin typeface="微軟正黑體"/>
              </a:defRPr>
            </a:pPr>
            <a:r>
              <a:rPr sz="3800" b="1">
                <a:solidFill>
                  <a:srgbClr val="C07A1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到底喜樂從何而來？</a:t>
            </a:r>
          </a:p>
        </p:txBody>
      </p:sp>
      <p:pic>
        <p:nvPicPr>
          <p:cNvPr id="10" name="Picture 9" descr="樂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喜樂是神的生命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喜樂的心能治病強身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人人都盼望有真喜樂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外面歡笑心裡仍痛苦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B45309"/>
                </a:solidFill>
                <a:latin typeface="微軟正黑體"/>
              </a:defRPr>
            </a:pPr>
            <a:r>
              <a:rPr sz="2400"/>
              <a:t>經文：「喜樂的心乃是良藥。」（箴十七22上）</a:t>
            </a:r>
          </a:p>
        </p:txBody>
      </p:sp>
      <p:pic>
        <p:nvPicPr>
          <p:cNvPr id="19" name="Picture 18" descr="story_樂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主自己就是喜樂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主耶穌自己就是喜樂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祂住在我們裡面作源頭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喜樂不在外面事物裡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B45309"/>
                </a:solidFill>
                <a:latin typeface="微軟正黑體"/>
              </a:defRPr>
            </a:pPr>
            <a:r>
              <a:rPr sz="2400"/>
              <a:t>經文：「叫我的喜樂可以在你們裡面，並叫你們的喜樂可以滿足。」（約十五11下）</a:t>
            </a:r>
          </a:p>
        </p:txBody>
      </p:sp>
      <p:pic>
        <p:nvPicPr>
          <p:cNvPr id="19" name="Picture 18" descr="story_樂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喜樂無人能奪去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復活主吹氣賜下聖靈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聖靈就是神住人裡面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呼求主名就摸著同在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B45309"/>
                </a:solidFill>
                <a:latin typeface="微軟正黑體"/>
              </a:defRPr>
            </a:pPr>
            <a:r>
              <a:rPr sz="2400"/>
              <a:t>經文：「你們的喜樂，沒有人能從你們奪去。」（約十六22下）</a:t>
            </a:r>
          </a:p>
        </p:txBody>
      </p:sp>
      <p:pic>
        <p:nvPicPr>
          <p:cNvPr id="19" name="Picture 18" descr="story_樂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話語交通滿了喜樂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打開聖經就摸著主自己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禱告如呼吸卸下重擔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一同讚美帶來無比喜樂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B45309"/>
                </a:solidFill>
                <a:latin typeface="微軟正黑體"/>
              </a:defRPr>
            </a:pPr>
            <a:r>
              <a:rPr sz="2400"/>
              <a:t>經文：「我還在世上說這話，是叫他們裡面充滿我的喜樂。」（約十七13下）</a:t>
            </a:r>
          </a:p>
        </p:txBody>
      </p:sp>
      <p:pic>
        <p:nvPicPr>
          <p:cNvPr id="19" name="Picture 18" descr="story_樂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B7B27"/>
                </a:solidFill>
                <a:latin typeface="微軟正黑體"/>
              </a:defRPr>
            </a:pPr>
            <a:r>
              <a:rPr sz="1800">
                <a:solidFill>
                  <a:srgbClr val="8B7B27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7B27"/>
                </a:solidFill>
                <a:latin typeface="微軟正黑體"/>
              </a:defRPr>
            </a:pPr>
            <a:r>
              <a:rPr sz="4200" b="1">
                <a:solidFill>
                  <a:srgbClr val="8B7B27"/>
                </a:solidFill>
              </a:rPr>
              <a:t>「樂」的鑰字經文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喜樂的心乃是良藥。（箴十七22上）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人因他出生，也必歡樂。（路一14下）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叫我的喜樂可以在你們裡面，並叫你們的喜樂可以滿足。（約十五11下）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你們的喜樂，沒有人能從你們奪去。（約十六22下）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我還在世上說這話，是叫他們裡面充滿我的喜樂。（約十七13下）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6751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喜樂乃是交通的結果，就是藉著那靈有分於父的愛和子的恩的結果。（約壹一4註2）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772667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因為神的國不在於吃喝，乃在於公義、和平、並聖靈中的喜樂。（羅十四17）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B45309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滿溢的喜樂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B7B27"/>
                </a:solidFill>
                <a:latin typeface="微軟正黑體"/>
              </a:defRPr>
            </a:pPr>
            <a:r>
              <a:rPr sz="4600" b="1">
                <a:solidFill>
                  <a:srgbClr val="8B7B27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B45309"/>
                </a:solidFill>
                <a:latin typeface="微軟正黑體"/>
              </a:defRPr>
            </a:pPr>
            <a:r>
              <a:rPr sz="3300">
                <a:solidFill>
                  <a:srgbClr val="B45309"/>
                </a:solidFill>
              </a:rPr>
              <a:t>神的國在於聖靈中的喜樂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B45309"/>
                </a:solidFill>
                <a:latin typeface="微軟正黑體"/>
              </a:defRPr>
            </a:pPr>
            <a:r>
              <a:rPr sz="3300">
                <a:solidFill>
                  <a:srgbClr val="B45309"/>
                </a:solidFill>
              </a:rPr>
              <a:t>對人對神都是義的正的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B45309"/>
                </a:solidFill>
                <a:latin typeface="微軟正黑體"/>
              </a:defRPr>
            </a:pPr>
            <a:r>
              <a:rPr sz="3300">
                <a:solidFill>
                  <a:srgbClr val="B45309"/>
                </a:solidFill>
              </a:rPr>
              <a:t>與人與神的關係必和平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B45309"/>
                </a:solidFill>
                <a:latin typeface="微軟正黑體"/>
              </a:defRPr>
            </a:pPr>
            <a:r>
              <a:rPr sz="2400">
                <a:solidFill>
                  <a:srgbClr val="B45309"/>
                </a:solidFill>
              </a:rPr>
              <a:t>在召會中所過的國度生活，是以聖靈中的喜樂配著公義、和平所構成的。信徒在召會中若對人對神都是義的、對的，與人與神的關係必定是和平的，也就能在聖靈裡喜樂，這就是活在神國實際中的明證。</a:t>
            </a:r>
          </a:p>
        </p:txBody>
      </p:sp>
      <p:pic>
        <p:nvPicPr>
          <p:cNvPr id="12" name="Picture 11" descr="樂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B7B27"/>
                </a:solidFill>
                <a:latin typeface="微軟正黑體"/>
              </a:defRPr>
            </a:pPr>
            <a:r>
              <a:rPr sz="1800">
                <a:solidFill>
                  <a:srgbClr val="8B7B27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7B27"/>
                </a:solidFill>
                <a:latin typeface="微軟正黑體"/>
              </a:defRPr>
            </a:pPr>
            <a:r>
              <a:rPr sz="4200" b="1">
                <a:solidFill>
                  <a:srgbClr val="8B7B27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B45309"/>
                </a:solidFill>
                <a:latin typeface="微軟正黑體"/>
              </a:defRPr>
            </a:pPr>
            <a:r>
              <a:rPr sz="3600"/>
              <a:t>今天就接受主作你裡面的喜樂，在祂的話、禱告和召會生活中享受祂。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10" name="Picture 9" descr="樂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B7B27"/>
                </a:solidFill>
                <a:latin typeface="微軟正黑體"/>
              </a:defRPr>
            </a:pPr>
            <a:r>
              <a:rPr sz="1800">
                <a:solidFill>
                  <a:srgbClr val="8B7B27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7B27"/>
                </a:solidFill>
                <a:latin typeface="微軟正黑體"/>
              </a:defRPr>
            </a:pPr>
            <a:r>
              <a:rPr sz="4200" b="1">
                <a:solidFill>
                  <a:srgbClr val="8B7B27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B27"/>
                </a:solidFill>
                <a:latin typeface="微軟正黑體"/>
              </a:defRPr>
            </a:pPr>
            <a:r>
              <a:rPr sz="2800">
                <a:solidFill>
                  <a:srgbClr val="8B7B2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主耶穌，謝謝你自己就是我的喜樂。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B27"/>
                </a:solidFill>
                <a:latin typeface="微軟正黑體"/>
              </a:defRPr>
            </a:pPr>
            <a:r>
              <a:rPr sz="2800">
                <a:solidFill>
                  <a:srgbClr val="8B7B27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求你住在我裡面，作我喜樂的源頭。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B27"/>
                </a:solidFill>
                <a:latin typeface="微軟正黑體"/>
              </a:defRPr>
            </a:pPr>
            <a:r>
              <a:rPr sz="2800">
                <a:solidFill>
                  <a:srgbClr val="8B7B27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我把重擔、憂愁和罣慮都告訴你、卸給你。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B27"/>
                </a:solidFill>
                <a:latin typeface="微軟正黑體"/>
              </a:defRPr>
            </a:pPr>
            <a:r>
              <a:rPr sz="2800">
                <a:solidFill>
                  <a:srgbClr val="8B7B27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願我在聖靈裡喜樂，活在神國的實際中。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B45309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B7B27"/>
                </a:solidFill>
                <a:latin typeface="微軟正黑體"/>
              </a:defRPr>
            </a:pPr>
            <a:r>
              <a:rPr sz="1800">
                <a:solidFill>
                  <a:srgbClr val="8B7B27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7B27"/>
                </a:solidFill>
                <a:latin typeface="微軟正黑體"/>
              </a:defRPr>
            </a:pPr>
            <a:r>
              <a:rPr sz="4200" b="1">
                <a:solidFill>
                  <a:srgbClr val="8B7B27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B27"/>
                </a:solidFill>
                <a:latin typeface="微軟正黑體"/>
              </a:defRPr>
            </a:pPr>
            <a:r>
              <a:rPr sz="31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B27"/>
                </a:solidFill>
                <a:latin typeface="微軟正黑體"/>
              </a:defRPr>
            </a:pPr>
            <a:r>
              <a:rPr sz="31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B27"/>
                </a:solidFill>
                <a:latin typeface="微軟正黑體"/>
              </a:defRPr>
            </a:pPr>
            <a:r>
              <a:rPr sz="31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福音講臺總集第三集，水遠不渴；新約總論，第六十一篇；活神與復活的神，第三篇；聖經的中心與人生的中心，第七章；真理課程二級卷四，第四十三課。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人生的奧祕（二）·福音鑰字「樂」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