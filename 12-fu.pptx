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【約0.5分鐘】今天只講一個字——「福」，設計主題是「豐收的福」。先讓朋友放鬆：給我大約十五分鐘，聽完再一起討論。本篇已按福音需要調整順序：先從生活談起，再回到經文，內容取自原文。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【約1.5分鐘】開場提問：信了福音，就能既富且貴、無災無病、多福多壽嗎？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【約2.2分鐘】世福不能使人滿足。投影片上的講解就是原文該段的濃縮，講的時候可以照著說，再展開一兩句自己的見證，不要偏離原文。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【約2.2分鐘】靈貧清心得著神。投影片上的講解就是原文該段的濃縮，講的時候可以照著說，再展開一兩句自己的見證，不要偏離原文。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【約2.2分鐘】基督來傳福音。投影片上的講解就是原文該段的濃縮，講的時候可以照著說，再展開一兩句自己的見證，不要偏離原文。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【約2.2分鐘】屬靈福分在基督裡。投影片上的講解就是原文該段的濃縮，講的時候可以照著說，再展開一兩句自己的見證，不要偏離原文。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【約1分鐘】你若要得著神，不需要汲汲營營，也不需要立志行善、膜拜苦修。你只要簡單的相信，接受祂作你的救主，祂就要赦免你一切的罪，並賜你永遠的生命；這位是愛、光、聖、義的神，要住在你裡面。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福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74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865606"/>
                </a:solidFill>
                <a:latin typeface="微軟正黑體"/>
              </a:defRPr>
            </a:pPr>
            <a:r>
              <a:rPr>
                <a:solidFill>
                  <a:srgbClr val="865606"/>
                </a:solidFill>
              </a:rPr>
              <a:t>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0233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800" b="0">
                <a:solidFill>
                  <a:srgbClr val="654321"/>
                </a:solidFill>
                <a:latin typeface="微軟正黑體"/>
              </a:defRPr>
            </a:pPr>
            <a:r>
              <a:rPr sz="2800">
                <a:solidFill>
                  <a:srgbClr val="654321"/>
                </a:solidFill>
              </a:rPr>
              <a:t>神給人的恩典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6634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654321"/>
                </a:solidFill>
                <a:latin typeface="微軟正黑體"/>
              </a:defRPr>
            </a:pPr>
            <a:r>
              <a:rPr sz="2400">
                <a:solidFill>
                  <a:srgbClr val="654321"/>
                </a:solidFill>
              </a:rPr>
              <a:t>第 12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65606"/>
                </a:solidFill>
                <a:latin typeface="微軟正黑體"/>
              </a:defRPr>
            </a:pPr>
            <a:r>
              <a:rPr sz="4000" b="1">
                <a:solidFill>
                  <a:srgbClr val="865606"/>
                </a:solidFill>
              </a:rPr>
              <a:t>信了福音，就能既富且貴、無災無病、多福多壽嗎？</a:t>
            </a:r>
          </a:p>
        </p:txBody>
      </p:sp>
      <p:pic>
        <p:nvPicPr>
          <p:cNvPr id="8" name="Picture 7" descr="福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65606"/>
                </a:solidFill>
                <a:latin typeface="微軟正黑體"/>
              </a:defRPr>
            </a:pPr>
            <a:r>
              <a:rPr sz="4000" b="1">
                <a:solidFill>
                  <a:srgbClr val="865606"/>
                </a:solidFill>
              </a:rPr>
              <a:t>世福不能使人滿足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縱然富甲天下仍不滿足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世福增多心更空虛愁煩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世福如草花必枯乾凋殘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54321"/>
                </a:solidFill>
                <a:latin typeface="微軟正黑體"/>
              </a:defRPr>
            </a:pPr>
            <a:r>
              <a:rPr sz="2400"/>
              <a:t>經文：「因為人的生命，不在於家業豐富。」（路十二15下）</a:t>
            </a:r>
          </a:p>
        </p:txBody>
      </p:sp>
      <p:pic>
        <p:nvPicPr>
          <p:cNvPr id="17" name="Picture 16" descr="story_福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65606"/>
                </a:solidFill>
                <a:latin typeface="微軟正黑體"/>
              </a:defRPr>
            </a:pPr>
            <a:r>
              <a:rPr sz="4000" b="1">
                <a:solidFill>
                  <a:srgbClr val="865606"/>
                </a:solidFill>
              </a:rPr>
              <a:t>靈貧清心得著神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靈裡倒空才能領悟得著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心要單純專一向著神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有福是進國度看見神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54321"/>
                </a:solidFill>
                <a:latin typeface="微軟正黑體"/>
              </a:defRPr>
            </a:pPr>
            <a:r>
              <a:rPr sz="2400"/>
              <a:t>經文：「靈裡貧窮的人有福了，因為諸天的國是他們的。清心的人有福了，因為他們必看見神。」（太五3,8）</a:t>
            </a:r>
          </a:p>
        </p:txBody>
      </p:sp>
      <p:pic>
        <p:nvPicPr>
          <p:cNvPr id="17" name="Picture 16" descr="story_福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65606"/>
                </a:solidFill>
                <a:latin typeface="微軟正黑體"/>
              </a:defRPr>
            </a:pPr>
            <a:r>
              <a:rPr sz="4000" b="1">
                <a:solidFill>
                  <a:srgbClr val="865606"/>
                </a:solidFill>
              </a:rPr>
              <a:t>基督來傳福音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神已經來過成為耶穌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祂為世人死在十字架上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流血洗淨人一切的罪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54321"/>
                </a:solidFill>
                <a:latin typeface="微軟正黑體"/>
              </a:defRPr>
            </a:pPr>
            <a:r>
              <a:rPr sz="2400"/>
              <a:t>經文：「主的靈在我身上，因為祂膏了我，叫我傳福音給貧窮的人，差遣我去宣揚被擄的得釋放，瞎眼的得複明，叫那受壓制的得自由，宣揚主悅納人的禧年。」（路四18-19）</a:t>
            </a:r>
          </a:p>
        </p:txBody>
      </p:sp>
      <p:pic>
        <p:nvPicPr>
          <p:cNvPr id="17" name="Picture 16" descr="story_福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65606"/>
                </a:solidFill>
                <a:latin typeface="微軟正黑體"/>
              </a:defRPr>
            </a:pPr>
            <a:r>
              <a:rPr sz="4000" b="1">
                <a:solidFill>
                  <a:srgbClr val="865606"/>
                </a:solidFill>
              </a:rPr>
              <a:t>屬靈福分在基督裡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神是生命的源頭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得著神就得永遠生命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5606"/>
                </a:solidFill>
                <a:latin typeface="微軟正黑體"/>
              </a:defRPr>
            </a:pPr>
            <a:r>
              <a:rPr sz="33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基督豐富就是福音內容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54321"/>
                </a:solidFill>
                <a:latin typeface="微軟正黑體"/>
              </a:defRPr>
            </a:pPr>
            <a:r>
              <a:rPr sz="2400"/>
              <a:t>經文：「祂在基督裡，曾用諸天界裡各樣屬靈的福分，祝福了我們。」（弗一3）</a:t>
            </a:r>
          </a:p>
        </p:txBody>
      </p:sp>
      <p:pic>
        <p:nvPicPr>
          <p:cNvPr id="17" name="Picture 16" descr="story_福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65606"/>
                </a:solidFill>
                <a:latin typeface="微軟正黑體"/>
              </a:defRPr>
            </a:pPr>
            <a:r>
              <a:rPr sz="1800">
                <a:solidFill>
                  <a:srgbClr val="865606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65606"/>
                </a:solidFill>
                <a:latin typeface="微軟正黑體"/>
              </a:defRPr>
            </a:pPr>
            <a:r>
              <a:rPr sz="4200" b="1">
                <a:solidFill>
                  <a:srgbClr val="865606"/>
                </a:solidFill>
              </a:rPr>
              <a:t>「福」的鑰字經文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因為人的生命，不在於家業豐富。（路十二15下）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靈裡貧窮的人有福了，因為諸天的國是他們的；清心的人有福了，因為他們必看見神。（太五3,8）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主的靈在我身上，因為祂膏了我，叫我傳福音給貧窮的人，差遣我去宣揚被擄的得釋放，瞎眼的得複明，叫那受壓制的得自由，宣揚主悅納人的禧年。（路四18-19）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祂在基督裡，曾用諸天界裡各樣屬靈的福分，祝福了我們。（弗一3）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將基督那追測不盡的豐富，當作福音傳給外邦人。（弗三8下）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654321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豐收的福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65606"/>
                </a:solidFill>
                <a:latin typeface="微軟正黑體"/>
              </a:defRPr>
            </a:pPr>
            <a:r>
              <a:rPr sz="4600" b="1">
                <a:solidFill>
                  <a:srgbClr val="865606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654321"/>
                </a:solidFill>
                <a:latin typeface="微軟正黑體"/>
              </a:defRPr>
            </a:pPr>
            <a:r>
              <a:rPr sz="3300">
                <a:solidFill>
                  <a:srgbClr val="654321"/>
                </a:solidFill>
              </a:rPr>
              <a:t>不靠立志行善膜拜苦修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654321"/>
                </a:solidFill>
                <a:latin typeface="微軟正黑體"/>
              </a:defRPr>
            </a:pPr>
            <a:r>
              <a:rPr sz="3300">
                <a:solidFill>
                  <a:srgbClr val="654321"/>
                </a:solidFill>
              </a:rPr>
              <a:t>只要簡單相信接受祂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654321"/>
                </a:solidFill>
                <a:latin typeface="微軟正黑體"/>
              </a:defRPr>
            </a:pPr>
            <a:r>
              <a:rPr sz="3300">
                <a:solidFill>
                  <a:srgbClr val="654321"/>
                </a:solidFill>
              </a:rPr>
              <a:t>祂就赦罪賜永遠生命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654321"/>
                </a:solidFill>
                <a:latin typeface="微軟正黑體"/>
              </a:defRPr>
            </a:pPr>
            <a:r>
              <a:rPr sz="2400">
                <a:solidFill>
                  <a:srgbClr val="654321"/>
                </a:solidFill>
              </a:rPr>
              <a:t>你若要得著神，不需要汲汲營營，也不需要立志行善、膜拜苦修。你只要簡單的相信，接受祂作你的救主，祂就要赦免你一切的罪，並賜你永遠的生命；這位是愛、光、聖、義的神，要住在你裡面。</a:t>
            </a:r>
          </a:p>
        </p:txBody>
      </p:sp>
      <p:pic>
        <p:nvPicPr>
          <p:cNvPr id="12" name="Picture 11" descr="福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65606"/>
                </a:solidFill>
                <a:latin typeface="微軟正黑體"/>
              </a:defRPr>
            </a:pPr>
            <a:r>
              <a:rPr sz="1800">
                <a:solidFill>
                  <a:srgbClr val="865606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65606"/>
                </a:solidFill>
                <a:latin typeface="微軟正黑體"/>
              </a:defRPr>
            </a:pPr>
            <a:r>
              <a:rPr sz="4200" b="1">
                <a:solidFill>
                  <a:srgbClr val="865606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654321"/>
                </a:solidFill>
                <a:latin typeface="微軟正黑體"/>
              </a:defRPr>
            </a:pPr>
            <a:r>
              <a:rPr sz="3600"/>
              <a:t>只要簡單的相信，接受祂作你的救主，祂就要赦免你一切的罪，並賜你永遠的生命。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福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65606"/>
                </a:solidFill>
                <a:latin typeface="微軟正黑體"/>
              </a:defRPr>
            </a:pPr>
            <a:r>
              <a:rPr sz="1800">
                <a:solidFill>
                  <a:srgbClr val="865606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65606"/>
                </a:solidFill>
                <a:latin typeface="微軟正黑體"/>
              </a:defRPr>
            </a:pPr>
            <a:r>
              <a:rPr sz="4200" b="1">
                <a:solidFill>
                  <a:srgbClr val="865606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5606"/>
                </a:solidFill>
                <a:latin typeface="微軟正黑體"/>
              </a:defRPr>
            </a:pPr>
            <a:r>
              <a:rPr sz="2800">
                <a:solidFill>
                  <a:srgbClr val="86560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哦，主耶穌，我需要你。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5606"/>
                </a:solidFill>
                <a:latin typeface="微軟正黑體"/>
              </a:defRPr>
            </a:pPr>
            <a:r>
              <a:rPr sz="2800">
                <a:solidFill>
                  <a:srgbClr val="865606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我向你倒空，願單純地接受你。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5606"/>
                </a:solidFill>
                <a:latin typeface="微軟正黑體"/>
              </a:defRPr>
            </a:pPr>
            <a:r>
              <a:rPr sz="2800">
                <a:solidFill>
                  <a:srgbClr val="865606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請你進到我的靈裡作我的生命。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5606"/>
                </a:solidFill>
                <a:latin typeface="微軟正黑體"/>
              </a:defRPr>
            </a:pPr>
            <a:r>
              <a:rPr sz="2800">
                <a:solidFill>
                  <a:srgbClr val="865606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把你一切的豐富、一切的福分都賜給我。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54321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65606"/>
                </a:solidFill>
                <a:latin typeface="微軟正黑體"/>
              </a:defRPr>
            </a:pPr>
            <a:r>
              <a:rPr sz="1800">
                <a:solidFill>
                  <a:srgbClr val="865606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65606"/>
                </a:solidFill>
                <a:latin typeface="微軟正黑體"/>
              </a:defRPr>
            </a:pPr>
            <a:r>
              <a:rPr sz="4200" b="1">
                <a:solidFill>
                  <a:srgbClr val="865606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65606"/>
                </a:solidFill>
                <a:latin typeface="微軟正黑體"/>
              </a:defRPr>
            </a:pPr>
            <a:r>
              <a:rPr sz="31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65606"/>
                </a:solidFill>
                <a:latin typeface="微軟正黑體"/>
              </a:defRPr>
            </a:pPr>
            <a:r>
              <a:rPr sz="31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65606"/>
                </a:solidFill>
                <a:latin typeface="微軟正黑體"/>
              </a:defRPr>
            </a:pPr>
            <a:r>
              <a:rPr sz="3100">
                <a:solidFill>
                  <a:srgbClr val="86560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人生的奧祕（二）·福音鑰字「福」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