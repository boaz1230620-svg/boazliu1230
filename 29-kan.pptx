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【約0.5分鐘】今天只講一個字——「看」，設計主題是「看見的羔羊」。先讓朋友放鬆：給我大約十五分鐘，聽完再一起討論。本篇已按福音需要調整順序：先從生活談起，再回到經文，內容取自原文。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【約1.5分鐘】開場提問：你看見的只是人事物的表面，還是看見了內在的實際與真相？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【約2.2分鐘】看哪神的羔羊。投影片上的講解就是原文該段的濃縮，講的時候可以照著說，再展開一兩句自己的見證，不要偏離原文。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【約2.2分鐘】帶著鴿子的羔羊。投影片上的講解就是原文該段的濃縮，講的時候可以照著說，再展開一兩句自己的見證，不要偏離原文。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【約2.2分鐘】你來看不辯論。投影片上的講解就是原文該段的濃縮，講的時候可以照著說，再展開一兩句自己的見證，不要偏離原文。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【約2.2分鐘】看見天開人子梯。投影片上的講解就是原文該段的濃縮，講的時候可以照著說，再展開一兩句自己的見證，不要偏離原文。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只要你願意來看，主會開啟你的心眼，讓你看見祂是神的羔羊，除去你的罪，解決內心所有問題；祂也是鴿子羔羊，將神的生命賜給你；祂更是天梯，將天帶到地上，也將人帶到天上，使人與神交通、聯結，在地上過屬天生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387F88"/>
                </a:solidFill>
                <a:latin typeface="微軟正黑體"/>
              </a:defRPr>
            </a:pPr>
            <a:r>
              <a:rPr sz="2600">
                <a:solidFill>
                  <a:srgbClr val="387F88"/>
                </a:solidFill>
              </a:rPr>
              <a:t>看見的羔羊 · 人應有的態度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6000" b="1">
                <a:solidFill>
                  <a:srgbClr val="387F88"/>
                </a:solidFill>
                <a:latin typeface="微軟正黑體"/>
              </a:defRPr>
            </a:pPr>
            <a:r>
              <a:rPr>
                <a:solidFill>
                  <a:srgbClr val="387F88"/>
                </a:solidFill>
              </a:rPr>
              <a:t>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200" b="1">
                <a:solidFill>
                  <a:srgbClr val="387F88"/>
                </a:solidFill>
                <a:latin typeface="微軟正黑體"/>
              </a:defRPr>
            </a:pPr>
            <a:r>
              <a:rPr sz="3200">
                <a:solidFill>
                  <a:srgbClr val="387F88"/>
                </a:solidFill>
              </a:rPr>
              <a:t>第 29 個鑰字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387F88"/>
                </a:solidFill>
                <a:latin typeface="微軟正黑體"/>
              </a:defRPr>
            </a:pPr>
            <a:r>
              <a:rPr sz="2600">
                <a:solidFill>
                  <a:srgbClr val="387F88"/>
                </a:solidFill>
              </a:rPr>
              <a:t>一個字，一個福音信息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407408"/>
            <a:ext cx="12188952" cy="73152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看_bott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88952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8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183E3A"/>
                </a:solidFill>
                <a:latin typeface="微軟正黑體"/>
              </a:defRPr>
            </a:pPr>
            <a:r>
              <a:rPr sz="3800"/>
              <a:t>你有沒有想過……？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387F88"/>
                </a:solidFill>
                <a:latin typeface="微軟正黑體"/>
              </a:defRPr>
            </a:pPr>
            <a:r>
              <a:rPr sz="4000" b="1">
                <a:solidFill>
                  <a:srgbClr val="387F88"/>
                </a:solidFill>
              </a:rPr>
              <a:t>你看見的只是人事物的表面，還是看見了內在的實際與真相？</a:t>
            </a:r>
          </a:p>
        </p:txBody>
      </p:sp>
      <p:pic>
        <p:nvPicPr>
          <p:cNvPr id="9" name="Picture 8" descr="看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8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387F88"/>
                </a:solidFill>
                <a:latin typeface="微軟正黑體"/>
              </a:defRPr>
            </a:pPr>
            <a:r>
              <a:rPr sz="4000" b="1">
                <a:solidFill>
                  <a:srgbClr val="387F88"/>
                </a:solidFill>
              </a:rPr>
              <a:t>看哪神的羔羊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人世問題幾乎根源於人的罪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博士領袖也脫離不了罪捆綁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羔羊捨命流血除去世人罪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83E3A"/>
                </a:solidFill>
                <a:latin typeface="微軟正黑體"/>
              </a:defRPr>
            </a:pPr>
            <a:r>
              <a:rPr sz="2400"/>
              <a:t>經文：「看哪，神的羔羊，除去世人之罪的！」（約一29下）</a:t>
            </a:r>
          </a:p>
        </p:txBody>
      </p:sp>
      <p:pic>
        <p:nvPicPr>
          <p:cNvPr id="18" name="Picture 17" descr="story_看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8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387F88"/>
                </a:solidFill>
                <a:latin typeface="微軟正黑體"/>
              </a:defRPr>
            </a:pPr>
            <a:r>
              <a:rPr sz="4000" b="1">
                <a:solidFill>
                  <a:srgbClr val="387F88"/>
                </a:solidFill>
              </a:rPr>
              <a:t>帶著鴿子的羔羊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羔羊消極解決人罪的問題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鴿子積極將神帶給人作生命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鴿子不是為能力乃為生命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83E3A"/>
                </a:solidFill>
                <a:latin typeface="微軟正黑體"/>
              </a:defRPr>
            </a:pPr>
            <a:r>
              <a:rPr sz="2400"/>
              <a:t>經文：「看哪，諸天向祂開了，祂就看見神的靈，彷彿鴿子降下，落在祂身上。」（太三16）</a:t>
            </a:r>
          </a:p>
        </p:txBody>
      </p:sp>
      <p:pic>
        <p:nvPicPr>
          <p:cNvPr id="18" name="Picture 17" descr="story_看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8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387F88"/>
                </a:solidFill>
                <a:latin typeface="微軟正黑體"/>
              </a:defRPr>
            </a:pPr>
            <a:r>
              <a:rPr sz="4000" b="1">
                <a:solidFill>
                  <a:srgbClr val="387F88"/>
                </a:solidFill>
              </a:rPr>
              <a:t>你來看不辯論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腓力不與拿但業辯論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只邀他親自來看耶穌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主認識無花果樹下的他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83E3A"/>
                </a:solidFill>
                <a:latin typeface="微軟正黑體"/>
              </a:defRPr>
            </a:pPr>
            <a:r>
              <a:rPr sz="2400"/>
              <a:t>經文：「你來看。」（約一46下）</a:t>
            </a:r>
          </a:p>
        </p:txBody>
      </p:sp>
      <p:pic>
        <p:nvPicPr>
          <p:cNvPr id="18" name="Picture 17" descr="story_看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8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387F88"/>
                </a:solidFill>
                <a:latin typeface="微軟正黑體"/>
              </a:defRPr>
            </a:pPr>
            <a:r>
              <a:rPr sz="4000" b="1">
                <a:solidFill>
                  <a:srgbClr val="387F88"/>
                </a:solidFill>
              </a:rPr>
              <a:t>看見天開人子梯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雅各夢見梯子立地通天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耶穌帶人性作通天的梯子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梯子是道路使人與神聯結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83E3A"/>
                </a:solidFill>
                <a:latin typeface="微軟正黑體"/>
              </a:defRPr>
            </a:pPr>
            <a:r>
              <a:rPr sz="2400"/>
              <a:t>經文：「你們將要看見天開了，神的使者上去下來在人子身上。」（約一51）</a:t>
            </a:r>
          </a:p>
        </p:txBody>
      </p:sp>
      <p:pic>
        <p:nvPicPr>
          <p:cNvPr id="18" name="Picture 17" descr="story_看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8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387F88"/>
                </a:solidFill>
                <a:latin typeface="微軟正黑體"/>
              </a:defRPr>
            </a:pPr>
            <a:r>
              <a:rPr sz="1800" b="1">
                <a:solidFill>
                  <a:srgbClr val="387F88"/>
                </a:solidFill>
              </a:rPr>
              <a:t>回到經文 · 本篇一覽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387F88"/>
                </a:solidFill>
                <a:latin typeface="微軟正黑體"/>
              </a:defRPr>
            </a:pPr>
            <a:r>
              <a:rPr sz="4200" b="1">
                <a:solidFill>
                  <a:srgbClr val="387F88"/>
                </a:solidFill>
              </a:rPr>
              <a:t>「看」的鑰字經文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看哪，神的羔羊，除去世人之罪的！（約一29下）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看哪，諸天向祂開了，祂就看見神的靈，彷彿鴿子降下。（太三16）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你來看！（約一46下）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我看見了，就見證這是神的兒子。（約一34）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183E3A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387F88"/>
                </a:solidFill>
                <a:latin typeface="微軟正黑體"/>
              </a:defRPr>
            </a:pPr>
            <a:r>
              <a:rPr sz="2000">
                <a:solidFill>
                  <a:srgbClr val="387F88"/>
                </a:solidFill>
              </a:rPr>
              <a:t>福音的答案 · 看見的羔羊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387F88"/>
                </a:solidFill>
                <a:latin typeface="微軟正黑體"/>
              </a:defRPr>
            </a:pPr>
            <a:r>
              <a:rPr sz="4600" b="1">
                <a:solidFill>
                  <a:srgbClr val="387F88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看見羔羊除去你的罪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看見鴿子將生命賜給你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387F88"/>
                </a:solidFill>
                <a:latin typeface="微軟正黑體"/>
              </a:defRPr>
            </a:pPr>
            <a:r>
              <a:rPr sz="3300">
                <a:solidFill>
                  <a:srgbClr val="387F88"/>
                </a:solidFill>
              </a:rPr>
              <a:t>看見天梯將天帶到地上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387F88"/>
                </a:solidFill>
                <a:latin typeface="微軟正黑體"/>
              </a:defRPr>
            </a:pPr>
            <a:r>
              <a:rPr sz="2400">
                <a:solidFill>
                  <a:srgbClr val="387F88"/>
                </a:solidFill>
              </a:rPr>
              <a:t>只要你願意來看，主會開啟你的心眼，讓你看見祂是神的羔羊，除去你的罪，解決內心所有問題；祂也是鴿子羔羊，將神的生命賜給你；祂更是天梯，將天帶到地上，也將人帶到天上，使人與神交通、聯結，在地上過屬天生活。</a:t>
            </a:r>
          </a:p>
        </p:txBody>
      </p:sp>
      <p:pic>
        <p:nvPicPr>
          <p:cNvPr id="12" name="Picture 11" descr="看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8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387F88"/>
                </a:solidFill>
                <a:latin typeface="微軟正黑體"/>
              </a:defRPr>
            </a:pPr>
            <a:r>
              <a:rPr sz="4200" b="1">
                <a:solidFill>
                  <a:srgbClr val="387F88"/>
                </a:solidFill>
              </a:rPr>
              <a:t>抉擇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387F88"/>
                </a:solidFill>
                <a:latin typeface="微軟正黑體"/>
              </a:defRPr>
            </a:pPr>
            <a:r>
              <a:rPr sz="4200" b="1">
                <a:solidFill>
                  <a:srgbClr val="387F88"/>
                </a:solidFill>
              </a:rPr>
              <a:t>今天，你願意嗎？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183E3A"/>
                </a:solidFill>
                <a:latin typeface="微軟正黑體"/>
              </a:defRPr>
            </a:pPr>
            <a:r>
              <a:rPr sz="3600"/>
              <a:t>朋友，請你為着內心最真實的需要，稍微駐足，來看看主耶穌。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9" name="Picture 8" descr="看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8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>
                <a:solidFill>
                  <a:srgbClr val="387F88"/>
                </a:solidFill>
                <a:latin typeface="微軟正黑體"/>
              </a:defRPr>
            </a:pPr>
            <a:r>
              <a:rPr sz="4400" b="1">
                <a:solidFill>
                  <a:srgbClr val="387F88"/>
                </a:solidFill>
              </a:rPr>
              <a:t>一起禱告 · 講一句，跟一句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387F88"/>
                </a:solidFill>
                <a:latin typeface="微軟正黑體"/>
              </a:defRPr>
            </a:pPr>
            <a:r>
              <a:rPr sz="4200" b="1">
                <a:solidFill>
                  <a:srgbClr val="387F88"/>
                </a:solidFill>
              </a:rPr>
              <a:t>哦，主耶穌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387F88"/>
                </a:solidFill>
                <a:latin typeface="微軟正黑體"/>
              </a:defRPr>
            </a:pPr>
            <a:r>
              <a:rPr sz="2800">
                <a:solidFill>
                  <a:srgbClr val="387F88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主耶穌，開啟我的心眼，讓我看見你。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387F88"/>
                </a:solidFill>
                <a:latin typeface="微軟正黑體"/>
              </a:defRPr>
            </a:pPr>
            <a:r>
              <a:rPr sz="2800">
                <a:solidFill>
                  <a:srgbClr val="387F88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你是神的羔羊，除去我的罪。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387F88"/>
                </a:solidFill>
                <a:latin typeface="微軟正黑體"/>
              </a:defRPr>
            </a:pPr>
            <a:r>
              <a:rPr sz="2800">
                <a:solidFill>
                  <a:srgbClr val="387F88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你是帶着鴿子的羔羊，將生命賜給我。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387F88"/>
                </a:solidFill>
                <a:latin typeface="微軟正黑體"/>
              </a:defRPr>
            </a:pPr>
            <a:r>
              <a:rPr sz="2800">
                <a:solidFill>
                  <a:srgbClr val="387F88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你是天梯，帶我與神聯結交通。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83E3A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8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>
                <a:solidFill>
                  <a:srgbClr val="387F88"/>
                </a:solidFill>
                <a:latin typeface="微軟正黑體"/>
              </a:defRPr>
            </a:pPr>
            <a:r>
              <a:rPr sz="4400" b="1">
                <a:solidFill>
                  <a:srgbClr val="387F88"/>
                </a:solidFill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387F88"/>
                </a:solidFill>
                <a:latin typeface="微軟正黑體"/>
              </a:defRPr>
            </a:pPr>
            <a:r>
              <a:rPr sz="4200" b="1">
                <a:solidFill>
                  <a:srgbClr val="387F88"/>
                </a:solidFill>
              </a:rPr>
              <a:t>不要讓這個福音停在今天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387F88"/>
                </a:solidFill>
                <a:latin typeface="微軟正黑體"/>
              </a:defRPr>
            </a:pPr>
            <a:r>
              <a:rPr sz="31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387F88"/>
                </a:solidFill>
                <a:latin typeface="微軟正黑體"/>
              </a:defRPr>
            </a:pPr>
            <a:r>
              <a:rPr sz="31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387F88"/>
                </a:solidFill>
                <a:latin typeface="微軟正黑體"/>
              </a:defRPr>
            </a:pPr>
            <a:r>
              <a:rPr sz="3100">
                <a:solidFill>
                  <a:srgbClr val="387F88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5A5A5A"/>
                </a:solidFill>
                <a:latin typeface="微軟正黑體"/>
              </a:defRPr>
            </a:pPr>
            <a:r>
              <a:rPr sz="2000"/>
              <a:t>約翰福音生命讀經，第四篇；新約總論，第二百七十六篇。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人生的奧祕（二）·福音鑰字「看」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