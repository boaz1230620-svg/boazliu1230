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【約0.5分鐘】今天只講一個字——「義」，設計主題是「公義的天光」。先讓朋友放鬆：給我大約十五分鐘，聽完再一起討論。本篇已按福音需要調整順序：先從生活談起，再回到經文，內容取自原文。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【約1.5分鐘】開場提問：到底這世間何處有義，我們又該如何行，才能得著義？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【約2.2分鐘】世間沒有公義和平。投影片上的講解就是原文該段的濃縮，講的時候可以照著說，再展開一兩句自己的見證，不要偏離原文。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【約2.2分鐘】人的義如污穢衣服。投影片上的講解就是原文該段的濃縮，講的時候可以照著說，再展開一兩句自己的見證，不要偏離原文。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【約2.2分鐘】神的義在福音顯明。投影片上的講解就是原文該段的濃縮，講的時候可以照著說，再展開一兩句自己的見證，不要偏離原文。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【約2.2分鐘】信就成為神的義。投影片上的講解就是原文該段的濃縮，講的時候可以照著說，再展開一兩句自己的見證，不要偏離原文。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神已使祂的兒子在十字架上，為我們受了罪的刑罰，把罪的問題解決了。凡憑著耶穌的血來到神面前的，神就沒有法子不赦免他；這是神義的救法。神在基督裡赦免你，是頂光明、頂正大、頂公義的，只要你相信就夠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1E6788"/>
                </a:solidFill>
                <a:latin typeface="微軟正黑體"/>
              </a:defRPr>
            </a:pPr>
            <a:r>
              <a:rPr sz="2600">
                <a:solidFill>
                  <a:srgbClr val="1E6788"/>
                </a:solidFill>
              </a:rPr>
              <a:t>公義的天光 · 神給人的恩典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1E6788"/>
                </a:solidFill>
                <a:latin typeface="微軟正黑體"/>
              </a:defRPr>
            </a:pPr>
            <a:r>
              <a:rPr>
                <a:solidFill>
                  <a:srgbClr val="1E6788"/>
                </a:solidFill>
              </a:rPr>
              <a:t>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1E6788"/>
                </a:solidFill>
                <a:latin typeface="微軟正黑體"/>
              </a:defRPr>
            </a:pPr>
            <a:r>
              <a:rPr sz="3200">
                <a:solidFill>
                  <a:srgbClr val="1E6788"/>
                </a:solidFill>
              </a:rPr>
              <a:t>第 14 個鑰字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1E6788"/>
                </a:solidFill>
                <a:latin typeface="微軟正黑體"/>
              </a:defRPr>
            </a:pPr>
            <a:r>
              <a:rPr sz="2600">
                <a:solidFill>
                  <a:srgbClr val="1E6788"/>
                </a:solidFill>
              </a:rPr>
              <a:t>一個字，一個福音信息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407408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8895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1E293B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1E6788"/>
                </a:solidFill>
                <a:latin typeface="微軟正黑體"/>
              </a:defRPr>
            </a:pPr>
            <a:r>
              <a:rPr sz="4000" b="1">
                <a:solidFill>
                  <a:srgbClr val="1E6788"/>
                </a:solidFill>
              </a:rPr>
              <a:t>到底這世間何處有義，我們又該如何行，才能得著義？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E6788"/>
                </a:solidFill>
                <a:latin typeface="微軟正黑體"/>
              </a:defRPr>
            </a:pPr>
            <a:r>
              <a:rPr sz="4000" b="1">
                <a:solidFill>
                  <a:srgbClr val="1E6788"/>
                </a:solidFill>
              </a:rPr>
              <a:t>世間沒有公義和平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世界大至國際小至人心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沒有公義就沒有真和平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神國特徵是義和平喜樂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293B"/>
                </a:solidFill>
                <a:latin typeface="微軟正黑體"/>
              </a:defRPr>
            </a:pPr>
            <a:r>
              <a:rPr sz="2400"/>
              <a:t>經文：「神的國不在於吃喝，乃在於公義、和平、並聖靈中的喜樂。」（羅十四17）</a:t>
            </a:r>
          </a:p>
        </p:txBody>
      </p:sp>
      <p:pic>
        <p:nvPicPr>
          <p:cNvPr id="18" name="Picture 17" descr="story_義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E6788"/>
                </a:solidFill>
                <a:latin typeface="微軟正黑體"/>
              </a:defRPr>
            </a:pPr>
            <a:r>
              <a:rPr sz="4000" b="1">
                <a:solidFill>
                  <a:srgbClr val="1E6788"/>
                </a:solidFill>
              </a:rPr>
              <a:t>人的義如污穢衣服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外面修飾遮不住裡面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裡面生命也是污穢不義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全宇宙只有神是義的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293B"/>
                </a:solidFill>
                <a:latin typeface="微軟正黑體"/>
              </a:defRPr>
            </a:pPr>
            <a:r>
              <a:rPr sz="2400"/>
              <a:t>經文：「我們都像不潔淨的人，所有的義都像污穢的衣服。」（賽六四6上）</a:t>
            </a:r>
          </a:p>
        </p:txBody>
      </p:sp>
      <p:pic>
        <p:nvPicPr>
          <p:cNvPr id="18" name="Picture 17" descr="story_義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E6788"/>
                </a:solidFill>
                <a:latin typeface="微軟正黑體"/>
              </a:defRPr>
            </a:pPr>
            <a:r>
              <a:rPr sz="4000" b="1">
                <a:solidFill>
                  <a:srgbClr val="1E6788"/>
                </a:solidFill>
              </a:rPr>
              <a:t>神的義在福音顯明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神絕不能馬虎忽略罪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眾人罪孽都歸在祂身上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十字架上神義得彰顯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293B"/>
                </a:solidFill>
                <a:latin typeface="微軟正黑體"/>
              </a:defRPr>
            </a:pPr>
            <a:r>
              <a:rPr sz="2400"/>
              <a:t>經文：「神的義在這福音上，本于信顯示於信。」（羅一17）</a:t>
            </a:r>
          </a:p>
        </p:txBody>
      </p:sp>
      <p:pic>
        <p:nvPicPr>
          <p:cNvPr id="18" name="Picture 17" descr="story_義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E6788"/>
                </a:solidFill>
                <a:latin typeface="微軟正黑體"/>
              </a:defRPr>
            </a:pPr>
            <a:r>
              <a:rPr sz="4000" b="1">
                <a:solidFill>
                  <a:srgbClr val="1E6788"/>
                </a:solidFill>
              </a:rPr>
              <a:t>信就成為神的義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律法的總結就是基督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凡信的都得著義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在基督裡成為神的義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293B"/>
                </a:solidFill>
                <a:latin typeface="微軟正黑體"/>
              </a:defRPr>
            </a:pPr>
            <a:r>
              <a:rPr sz="2400"/>
              <a:t>經文：「神使那不知罪的，替我們成為罪，好叫我們在祂裡面成為神的義。」（林後五21）</a:t>
            </a:r>
          </a:p>
        </p:txBody>
      </p:sp>
      <p:pic>
        <p:nvPicPr>
          <p:cNvPr id="18" name="Picture 17" descr="story_義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E6788"/>
                </a:solidFill>
                <a:latin typeface="微軟正黑體"/>
              </a:defRPr>
            </a:pPr>
            <a:r>
              <a:rPr sz="1800" b="1">
                <a:solidFill>
                  <a:srgbClr val="1E6788"/>
                </a:solidFill>
              </a:rPr>
              <a:t>回到經文 · 本篇一覽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E6788"/>
                </a:solidFill>
                <a:latin typeface="微軟正黑體"/>
              </a:defRPr>
            </a:pPr>
            <a:r>
              <a:rPr sz="4200" b="1">
                <a:solidFill>
                  <a:srgbClr val="1E6788"/>
                </a:solidFill>
              </a:rPr>
              <a:t>「義」的鑰字經文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神的國不在於吃喝，乃在於公義、和平。（羅十四17註2）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我們都像不潔淨的人，所有的義都像污穢的衣服。（賽六四6上）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神的義在這福音上，本于信顯示於信。（羅一17註1）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凡信的都得著義。（羅十4註1）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神使那不知罪的，替我們成為罪，好叫我們在祂裡面成為神的義。（林後五21）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E293B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E6788"/>
                </a:solidFill>
                <a:latin typeface="微軟正黑體"/>
              </a:defRPr>
            </a:pPr>
            <a:r>
              <a:rPr sz="2000">
                <a:solidFill>
                  <a:srgbClr val="1E6788"/>
                </a:solidFill>
              </a:rPr>
              <a:t>福音的答案 · 公義的天光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1E6788"/>
                </a:solidFill>
                <a:latin typeface="微軟正黑體"/>
              </a:defRPr>
            </a:pPr>
            <a:r>
              <a:rPr sz="4600" b="1">
                <a:solidFill>
                  <a:srgbClr val="1E6788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神在基督裡赦免你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赦免是光明正大公義的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E6788"/>
                </a:solidFill>
                <a:latin typeface="微軟正黑體"/>
              </a:defRPr>
            </a:pPr>
            <a:r>
              <a:rPr sz="3300">
                <a:solidFill>
                  <a:srgbClr val="1E6788"/>
                </a:solidFill>
              </a:rPr>
              <a:t>只要相信就夠了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1E6788"/>
                </a:solidFill>
                <a:latin typeface="微軟正黑體"/>
              </a:defRPr>
            </a:pPr>
            <a:r>
              <a:rPr sz="2400">
                <a:solidFill>
                  <a:srgbClr val="1E6788"/>
                </a:solidFill>
              </a:rPr>
              <a:t>神已使祂的兒子在十字架上，為我們受了罪的刑罰，把罪的問題解決了。凡憑著耶穌的血來到神面前的，神就沒有法子不赦免他；這是神義的救法。神在基督裡赦免你，是頂光明、頂正大、頂公義的，只要你相信就夠了。</a:t>
            </a:r>
          </a:p>
        </p:txBody>
      </p:sp>
      <p:pic>
        <p:nvPicPr>
          <p:cNvPr id="14" name="Picture 13" descr="swap_義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E6788"/>
                </a:solidFill>
                <a:latin typeface="微軟正黑體"/>
              </a:defRPr>
            </a:pPr>
            <a:r>
              <a:rPr sz="4200" b="1">
                <a:solidFill>
                  <a:srgbClr val="1E6788"/>
                </a:solidFill>
              </a:rPr>
              <a:t>抉擇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E6788"/>
                </a:solidFill>
                <a:latin typeface="微軟正黑體"/>
              </a:defRPr>
            </a:pPr>
            <a:r>
              <a:rPr sz="4200" b="1">
                <a:solidFill>
                  <a:srgbClr val="1E6788"/>
                </a:solidFill>
              </a:rPr>
              <a:t>今天，你願意嗎？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1E293B"/>
                </a:solidFill>
                <a:latin typeface="微軟正黑體"/>
              </a:defRPr>
            </a:pPr>
            <a:r>
              <a:rPr sz="3600"/>
              <a:t>我們應當相信祂，我們才能得救，並得神稱義；不要再靠行善、克己、改良來得神稱義。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swap_義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1E6788"/>
                </a:solidFill>
                <a:latin typeface="微軟正黑體"/>
              </a:defRPr>
            </a:pPr>
            <a:r>
              <a:rPr sz="4400" b="1">
                <a:solidFill>
                  <a:srgbClr val="1E6788"/>
                </a:solidFill>
              </a:rPr>
              <a:t>一起禱告 · 講一句，跟一句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E6788"/>
                </a:solidFill>
                <a:latin typeface="微軟正黑體"/>
              </a:defRPr>
            </a:pPr>
            <a:r>
              <a:rPr sz="4200" b="1">
                <a:solidFill>
                  <a:srgbClr val="1E6788"/>
                </a:solidFill>
              </a:rPr>
              <a:t>哦，主耶穌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E6788"/>
                </a:solidFill>
                <a:latin typeface="微軟正黑體"/>
              </a:defRPr>
            </a:pPr>
            <a:r>
              <a:rPr sz="2800">
                <a:solidFill>
                  <a:srgbClr val="1E6788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神啊，我承認自己的義像污穢的衣服。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E6788"/>
                </a:solidFill>
                <a:latin typeface="微軟正黑體"/>
              </a:defRPr>
            </a:pPr>
            <a:r>
              <a:rPr sz="2800">
                <a:solidFill>
                  <a:srgbClr val="1E6788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謝謝你在十字架上為我的罪受了刑罰。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E6788"/>
                </a:solidFill>
                <a:latin typeface="微軟正黑體"/>
              </a:defRPr>
            </a:pPr>
            <a:r>
              <a:rPr sz="2800">
                <a:solidFill>
                  <a:srgbClr val="1E6788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我相信耶穌的血，我願憑著祂來到你面前。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E6788"/>
                </a:solidFill>
                <a:latin typeface="微軟正黑體"/>
              </a:defRPr>
            </a:pPr>
            <a:r>
              <a:rPr sz="2800">
                <a:solidFill>
                  <a:srgbClr val="1E6788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求你稱我為義，使我成為神的義。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293B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1E6788"/>
                </a:solidFill>
                <a:latin typeface="微軟正黑體"/>
              </a:defRPr>
            </a:pPr>
            <a:r>
              <a:rPr sz="4400" b="1">
                <a:solidFill>
                  <a:srgbClr val="1E6788"/>
                </a:solidFill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E6788"/>
                </a:solidFill>
                <a:latin typeface="微軟正黑體"/>
              </a:defRPr>
            </a:pPr>
            <a:r>
              <a:rPr sz="4200" b="1">
                <a:solidFill>
                  <a:srgbClr val="1E6788"/>
                </a:solidFill>
              </a:rPr>
              <a:t>不要讓這個福音停在今天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1E6788"/>
                </a:solidFill>
                <a:latin typeface="微軟正黑體"/>
              </a:defRPr>
            </a:pPr>
            <a:r>
              <a:rPr sz="31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1E6788"/>
                </a:solidFill>
                <a:latin typeface="微軟正黑體"/>
              </a:defRPr>
            </a:pPr>
            <a:r>
              <a:rPr sz="31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1E6788"/>
                </a:solidFill>
                <a:latin typeface="微軟正黑體"/>
              </a:defRPr>
            </a:pPr>
            <a:r>
              <a:rPr sz="3100">
                <a:solidFill>
                  <a:srgbClr val="1E6788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福音講臺總集第一集，看看耶穌；從羅馬書看神完全的救恩，第二、五、二十七篇；正常的基督徒信仰，基督與新生命，第一篇；神的福音，第五篇。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人生的奧祕（二）·福音鑰字「義」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