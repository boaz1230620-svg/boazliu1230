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【約0.5分鐘】今天只講一個字——「開」，設計主題是「打開的門窗」。先讓朋友放鬆：給我大約十五分鐘，聽完再一起討論。本篇已按福音需要調整順序：先從生活談起，再回到經文，內容取自原文。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【約1.5分鐘】開場提問：主正站在你的心門外叩門，你願意開門讓祂進來嗎？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【約2.2分鐘】開心門讓主進來。投影片上的講解就是原文該段的濃縮，講的時候可以照著說，再展開一兩句自己的見證，不要偏離原文。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【約2.2分鐘】伸開雙手向神禱。投影片上的講解就是原文該段的濃縮，講的時候可以照著說，再展開一兩句自己的見證，不要偏離原文。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【約2.2分鐘】開口呼求天天蒙救。投影片上的講解就是原文該段的濃縮，講的時候可以照著說，再展開一兩句自己的見證，不要偏離原文。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【約2.2分鐘】眼耳得開見真光。投影片上的講解就是原文該段的濃縮，講的時候可以照著說，再展開一兩句自己的見證，不要偏離原文。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你不需要努力相信祂，只要簡單把心向祂打開，把靈向祂敞開，開口呼喊祂的名禱告：主耶穌，我相信你，我接受你。主必垂聽進入你裡面，如打開電器開關讓電流進來；心敞開，靈就能接觸是靈的神，越多禱告，主越多將自己分賜到你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開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0" y="1097280"/>
            <a:ext cx="81381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8138160" cy="10972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C642A"/>
                </a:solidFill>
                <a:latin typeface="微軟正黑體"/>
              </a:defRPr>
            </a:pPr>
            <a:r>
              <a:rPr>
                <a:solidFill>
                  <a:srgbClr val="8C642A"/>
                </a:solidFill>
              </a:rPr>
              <a:t>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2B2B2B"/>
                </a:solidFill>
                <a:latin typeface="微軟正黑體"/>
              </a:defRPr>
            </a:pPr>
            <a:r>
              <a:rPr sz="2600"/>
              <a:t>打開的門窗 · 人應有的態度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389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400" b="0">
                <a:solidFill>
                  <a:srgbClr val="5A5A5A"/>
                </a:solidFill>
                <a:latin typeface="微軟正黑體"/>
              </a:defRPr>
            </a:pPr>
            <a:r>
              <a:rPr sz="2400"/>
              <a:t>第 28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C642A"/>
                </a:solidFill>
                <a:latin typeface="微軟正黑體"/>
              </a:defRPr>
            </a:pPr>
            <a:r>
              <a:rPr sz="4000" b="1">
                <a:solidFill>
                  <a:srgbClr val="8C642A"/>
                </a:solidFill>
              </a:rPr>
              <a:t>主正站在你的心門外叩門，你願意開門讓祂進來嗎？</a:t>
            </a:r>
          </a:p>
        </p:txBody>
      </p:sp>
      <p:pic>
        <p:nvPicPr>
          <p:cNvPr id="9" name="Picture 8" descr="開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C642A"/>
                </a:solidFill>
                <a:latin typeface="微軟正黑體"/>
              </a:defRPr>
            </a:pPr>
            <a:r>
              <a:rPr sz="4000" b="1">
                <a:solidFill>
                  <a:srgbClr val="8C642A"/>
                </a:solidFill>
              </a:rPr>
              <a:t>開心門讓主進來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人是神造器皿為要盛裝神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心門外面無把手只能裡面開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開門呼求主耶穌我需要你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10F"/>
                </a:solidFill>
                <a:latin typeface="微軟正黑體"/>
              </a:defRPr>
            </a:pPr>
            <a:r>
              <a:rPr sz="2400"/>
              <a:t>經文：「看哪，我站在門外叩門；若有聽見我聲音就開門的，我要進到他那裡，我與他，他與我要一同坐席。」（啟三20）</a:t>
            </a:r>
          </a:p>
        </p:txBody>
      </p:sp>
      <p:pic>
        <p:nvPicPr>
          <p:cNvPr id="18" name="Picture 17" descr="story_開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C642A"/>
                </a:solidFill>
                <a:latin typeface="微軟正黑體"/>
              </a:defRPr>
            </a:pPr>
            <a:r>
              <a:rPr sz="4000" b="1">
                <a:solidFill>
                  <a:srgbClr val="8C642A"/>
                </a:solidFill>
              </a:rPr>
              <a:t>伸開雙手向神禱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世上快樂短暫越抓越增乾渴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敞開向神禱告得甘霖滋潤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到主這裡喝活水永遠不渴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10F"/>
                </a:solidFill>
                <a:latin typeface="微軟正黑體"/>
              </a:defRPr>
            </a:pPr>
            <a:r>
              <a:rPr sz="2400"/>
              <a:t>經文：「我向你伸開雙手禱告，我的魂渴想你，如乾旱之地盼雨一樣。」（詩一四三6）</a:t>
            </a:r>
          </a:p>
        </p:txBody>
      </p:sp>
      <p:pic>
        <p:nvPicPr>
          <p:cNvPr id="18" name="Picture 17" descr="story_開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C642A"/>
                </a:solidFill>
                <a:latin typeface="微軟正黑體"/>
              </a:defRPr>
            </a:pPr>
            <a:r>
              <a:rPr sz="4000" b="1">
                <a:solidFill>
                  <a:srgbClr val="8C642A"/>
                </a:solidFill>
              </a:rPr>
              <a:t>開口呼求天天蒙救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開口呼求祂名就必得救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呼求脫離憂慮挫折憤怒嫉妒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天天時時蒙拯救脫離死亡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10F"/>
                </a:solidFill>
                <a:latin typeface="微軟正黑體"/>
              </a:defRPr>
            </a:pPr>
            <a:r>
              <a:rPr sz="2400"/>
              <a:t>經文：「主啊，求你使我嘴唇張開，我的口便傳揚讚美你的話。」（詩五一15）</a:t>
            </a:r>
          </a:p>
        </p:txBody>
      </p:sp>
      <p:pic>
        <p:nvPicPr>
          <p:cNvPr id="18" name="Picture 17" descr="story_開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C642A"/>
                </a:solidFill>
                <a:latin typeface="微軟正黑體"/>
              </a:defRPr>
            </a:pPr>
            <a:r>
              <a:rPr sz="4000" b="1">
                <a:solidFill>
                  <a:srgbClr val="8C642A"/>
                </a:solidFill>
              </a:rPr>
              <a:t>眼耳得開見真光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屬靈眼睛不開就一無所得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主作人的光進來照亮黑暗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642A"/>
                </a:solidFill>
                <a:latin typeface="微軟正黑體"/>
              </a:defRPr>
            </a:pPr>
            <a:r>
              <a:rPr sz="33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神的話是靈要用靈來接受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10F"/>
                </a:solidFill>
                <a:latin typeface="微軟正黑體"/>
              </a:defRPr>
            </a:pPr>
            <a:r>
              <a:rPr sz="2400"/>
              <a:t>經文：「求你開我的眼睛，使我看出你律法中的奇妙。」（詩一一九18）；「開了吧！他的耳朵立即開了。」（可七33〜35上）</a:t>
            </a:r>
          </a:p>
        </p:txBody>
      </p:sp>
      <p:pic>
        <p:nvPicPr>
          <p:cNvPr id="18" name="Picture 17" descr="story_開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C642A"/>
                </a:solidFill>
                <a:latin typeface="微軟正黑體"/>
              </a:defRPr>
            </a:pPr>
            <a:r>
              <a:rPr sz="1800">
                <a:solidFill>
                  <a:srgbClr val="8C642A"/>
                </a:solidFill>
              </a:rPr>
              <a:t>回到經文 · 本篇一覽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C642A"/>
                </a:solidFill>
                <a:latin typeface="微軟正黑體"/>
              </a:defRPr>
            </a:pPr>
            <a:r>
              <a:rPr sz="4200" b="1">
                <a:solidFill>
                  <a:srgbClr val="8C642A"/>
                </a:solidFill>
              </a:rPr>
              <a:t>「開」的鑰字經文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看哪，我站在門外叩門；若有聽見我聲音就開門的，我要進到他那裡。（啟三20）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你既開闊我的心，我就奔跑你誡命的道路。（詩一一九32）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我向你伸開雙手禱告，我的魂渴想你，如乾旱之地盼雨一樣。（詩一四三6）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求你開我的眼睛，使我看出你律法中的奇妙。（詩一一九18）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47310F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打開的門窗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C642A"/>
                </a:solidFill>
                <a:latin typeface="微軟正黑體"/>
              </a:defRPr>
            </a:pPr>
            <a:r>
              <a:rPr sz="4600" b="1">
                <a:solidFill>
                  <a:srgbClr val="8C642A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把心向主打開把靈敞開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開口呼喊祂名向祂禱告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主就進入你裡面分賜自己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你不需要努力相信祂，只要簡單把心向祂打開，把靈向祂敞開，開口呼喊祂的名禱告：主耶穌，我相信你，我接受你。主必垂聽進入你裡面，如打開電器開關讓電流進來；心敞開，靈就能接觸是靈的神，越多禱告，主越多將自己分賜到你裡面。</a:t>
            </a:r>
          </a:p>
        </p:txBody>
      </p:sp>
      <p:pic>
        <p:nvPicPr>
          <p:cNvPr id="12" name="Picture 11" descr="開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C642A"/>
                </a:solidFill>
                <a:latin typeface="微軟正黑體"/>
              </a:defRPr>
            </a:pPr>
            <a:r>
              <a:rPr sz="1800">
                <a:solidFill>
                  <a:srgbClr val="8C642A"/>
                </a:solidFill>
              </a:rPr>
              <a:t>抉擇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C642A"/>
                </a:solidFill>
                <a:latin typeface="微軟正黑體"/>
              </a:defRPr>
            </a:pPr>
            <a:r>
              <a:rPr sz="4200" b="1">
                <a:solidFill>
                  <a:srgbClr val="8C642A"/>
                </a:solidFill>
              </a:rPr>
              <a:t>今天，你願意嗎？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47310F"/>
                </a:solidFill>
                <a:latin typeface="微軟正黑體"/>
              </a:defRPr>
            </a:pPr>
            <a:r>
              <a:rPr sz="3600"/>
              <a:t>但願你能開啟心門，接受主耶穌；這開啟的動作必須由你自己來作。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開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C642A"/>
                </a:solidFill>
                <a:latin typeface="微軟正黑體"/>
              </a:defRPr>
            </a:pPr>
            <a:r>
              <a:rPr sz="1800">
                <a:solidFill>
                  <a:srgbClr val="8C642A"/>
                </a:solidFill>
              </a:rPr>
              <a:t>一起禱告 · 講一句，跟一句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C642A"/>
                </a:solidFill>
                <a:latin typeface="微軟正黑體"/>
              </a:defRPr>
            </a:pPr>
            <a:r>
              <a:rPr sz="4200" b="1">
                <a:solidFill>
                  <a:srgbClr val="8C642A"/>
                </a:solidFill>
              </a:rPr>
              <a:t>哦，主耶穌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642A"/>
                </a:solidFill>
                <a:latin typeface="微軟正黑體"/>
              </a:defRPr>
            </a:pPr>
            <a:r>
              <a:rPr sz="2800">
                <a:solidFill>
                  <a:srgbClr val="8C64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主耶穌，我開啟心門，請你進來。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642A"/>
                </a:solidFill>
                <a:latin typeface="微軟正黑體"/>
              </a:defRPr>
            </a:pPr>
            <a:r>
              <a:rPr sz="2800">
                <a:solidFill>
                  <a:srgbClr val="8C642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求你進到我的靈裡，住在我的心裡。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642A"/>
                </a:solidFill>
                <a:latin typeface="微軟正黑體"/>
              </a:defRPr>
            </a:pPr>
            <a:r>
              <a:rPr sz="2800">
                <a:solidFill>
                  <a:srgbClr val="8C642A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求你開我的眼睛，看見你的寶貴。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642A"/>
                </a:solidFill>
                <a:latin typeface="微軟正黑體"/>
              </a:defRPr>
            </a:pPr>
            <a:r>
              <a:rPr sz="2800">
                <a:solidFill>
                  <a:srgbClr val="8C642A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求你開通我的耳朵，聽見你真理的話。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10F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73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C642A"/>
                </a:solidFill>
                <a:latin typeface="微軟正黑體"/>
              </a:defRPr>
            </a:pPr>
            <a:r>
              <a:rPr sz="1800">
                <a:solidFill>
                  <a:srgbClr val="8C642A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C642A"/>
                </a:solidFill>
                <a:latin typeface="微軟正黑體"/>
              </a:defRPr>
            </a:pPr>
            <a:r>
              <a:rPr sz="4200" b="1">
                <a:solidFill>
                  <a:srgbClr val="8C642A"/>
                </a:solidFill>
              </a:rPr>
              <a:t>不要讓這個福音停在今天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C642A"/>
                </a:solidFill>
                <a:latin typeface="微軟正黑體"/>
              </a:defRPr>
            </a:pPr>
            <a:r>
              <a:rPr sz="31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C642A"/>
                </a:solidFill>
                <a:latin typeface="微軟正黑體"/>
              </a:defRPr>
            </a:pPr>
            <a:r>
              <a:rPr sz="31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C642A"/>
                </a:solidFill>
                <a:latin typeface="微軟正黑體"/>
              </a:defRPr>
            </a:pPr>
            <a:r>
              <a:rPr sz="3100">
                <a:solidFill>
                  <a:srgbClr val="8C642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神經綸的福音—基督的救贖與拯救；福音故事下冊，九一至九二頁；神話語的職事，第八章；人阿，你在那裏，第五十五問。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人生的奧祕（二）·福音鑰字「開」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