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【約0.5分鐘】今天只講一個字——「愛」，設計主題是「先愛我們的愛」。先讓朋友放鬆：給我大約十五分鐘，聽完再一起討論。本篇已按福音需要調整順序：先從生活談起，再回到經文，內容取自原文。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【約1.5分鐘】開場提問：有誰能愛我們到底，知道我們的底細仍不改變祂的愛？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【約2.2分鐘】神先愛祂的仇敵。投影片上的講解就是原文該段的濃縮，講的時候可以照著說，再展開一兩句自己的見證，不要偏離原文。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【約2.2分鐘】神的心就是愛。投影片上的講解就是原文該段的濃縮，講的時候可以照著說，再展開一兩句自己的見證，不要偏離原文。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【約2.2分鐘】愛顯在平息祭物。投影片上的講解就是原文該段的濃縮，講的時候可以照著說，再展開一兩句自己的見證，不要偏離原文。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【約2.2分鐘】神愛世人賜獨生子。投影片上的講解就是原文該段的濃縮，講的時候可以照著說，再展開一兩句自己的見證，不要偏離原文。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神愛世人的心是確定的，祂為世人贖罪的手續也已經作成了。這愛為人付出極高的代價，卻完全沒有條件，不受任何限制，也無法用言語述盡。祂現在向所愛的世人發出公開信：神愛世人，甚至將獨生子賜給他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愛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011680" y="1097280"/>
            <a:ext cx="81381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097280"/>
            <a:ext cx="8138160" cy="109728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7223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5000" b="1">
                <a:solidFill>
                  <a:srgbClr val="8A3E49"/>
                </a:solidFill>
                <a:latin typeface="微軟正黑體"/>
              </a:defRPr>
            </a:pPr>
            <a:r>
              <a:rPr>
                <a:solidFill>
                  <a:srgbClr val="8A3E49"/>
                </a:solidFill>
              </a:rPr>
              <a:t>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749039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600" b="0">
                <a:solidFill>
                  <a:srgbClr val="2B2B2B"/>
                </a:solidFill>
                <a:latin typeface="微軟正黑體"/>
              </a:defRPr>
            </a:pPr>
            <a:r>
              <a:rPr sz="2600"/>
              <a:t>先愛我們的愛 · 神給人的恩典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389120"/>
            <a:ext cx="7223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400" b="0">
                <a:solidFill>
                  <a:srgbClr val="5A5A5A"/>
                </a:solidFill>
                <a:latin typeface="微軟正黑體"/>
              </a:defRPr>
            </a:pPr>
            <a:r>
              <a:rPr sz="2400"/>
              <a:t>第 13 個鑰字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FFFFFF"/>
                </a:solidFill>
                <a:latin typeface="微軟正黑體"/>
              </a:defRPr>
            </a:pPr>
            <a:r>
              <a:rPr sz="3800"/>
              <a:t>你有沒有想過……？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A3E49"/>
                </a:solidFill>
                <a:latin typeface="微軟正黑體"/>
              </a:defRPr>
            </a:pPr>
            <a:r>
              <a:rPr sz="4000" b="1">
                <a:solidFill>
                  <a:srgbClr val="8A3E49"/>
                </a:solidFill>
              </a:rPr>
              <a:t>有誰能愛我們到底，知道我們的底細仍不改變祂的愛？</a:t>
            </a:r>
          </a:p>
        </p:txBody>
      </p:sp>
      <p:pic>
        <p:nvPicPr>
          <p:cNvPr id="9" name="Picture 8" descr="愛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3E49"/>
                </a:solidFill>
                <a:latin typeface="微軟正黑體"/>
              </a:defRPr>
            </a:pPr>
            <a:r>
              <a:rPr sz="4000" b="1">
                <a:solidFill>
                  <a:srgbClr val="8A3E49"/>
                </a:solidFill>
              </a:rPr>
              <a:t>神先愛祂的仇敵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人的愛有限度會褪色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人無法愛仇敵和辜負者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神識透我們仍愛到底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881337"/>
                </a:solidFill>
                <a:latin typeface="微軟正黑體"/>
              </a:defRPr>
            </a:pPr>
            <a:r>
              <a:rPr sz="2400"/>
              <a:t>經文：「神先愛我們。」（約壹四19下）</a:t>
            </a:r>
          </a:p>
        </p:txBody>
      </p:sp>
      <p:pic>
        <p:nvPicPr>
          <p:cNvPr id="18" name="Picture 17" descr="story_愛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3E49"/>
                </a:solidFill>
                <a:latin typeface="微軟正黑體"/>
              </a:defRPr>
            </a:pPr>
            <a:r>
              <a:rPr sz="4000" b="1">
                <a:solidFill>
                  <a:srgbClr val="8A3E49"/>
                </a:solidFill>
              </a:rPr>
              <a:t>神的心就是愛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聖別是神的性情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公義是神作事的手續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愛是神的心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881337"/>
                </a:solidFill>
                <a:latin typeface="微軟正黑體"/>
              </a:defRPr>
            </a:pPr>
            <a:r>
              <a:rPr sz="2400"/>
              <a:t>經文：「神就是愛，住在愛裡面的，就住在神裡面，神也住在他裡面。」（約壹四16下）</a:t>
            </a:r>
          </a:p>
        </p:txBody>
      </p:sp>
      <p:pic>
        <p:nvPicPr>
          <p:cNvPr id="18" name="Picture 17" descr="story_愛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3E49"/>
                </a:solidFill>
                <a:latin typeface="微軟正黑體"/>
              </a:defRPr>
            </a:pPr>
            <a:r>
              <a:rPr sz="4000" b="1">
                <a:solidFill>
                  <a:srgbClr val="8A3E49"/>
                </a:solidFill>
              </a:rPr>
              <a:t>愛顯在平息祭物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人有性情的罪和行為的罪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罪使神與人之間起風波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基督作羔羊為罪而死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881337"/>
                </a:solidFill>
                <a:latin typeface="微軟正黑體"/>
              </a:defRPr>
            </a:pPr>
            <a:r>
              <a:rPr sz="2400"/>
              <a:t>經文：「不是我們愛神，乃是神愛我們，差祂的兒子，為我們的罪做了平息的祭物，在此就是愛了。」（約壹四10）</a:t>
            </a:r>
          </a:p>
        </p:txBody>
      </p:sp>
      <p:pic>
        <p:nvPicPr>
          <p:cNvPr id="18" name="Picture 17" descr="story_愛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A3E49"/>
                </a:solidFill>
                <a:latin typeface="微軟正黑體"/>
              </a:defRPr>
            </a:pPr>
            <a:r>
              <a:rPr sz="4000" b="1">
                <a:solidFill>
                  <a:srgbClr val="8A3E49"/>
                </a:solidFill>
              </a:rPr>
              <a:t>神愛世人賜獨生子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世人包括所有的人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神愛到甚至的地步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信入祂就得永遠生命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881337"/>
                </a:solidFill>
                <a:latin typeface="微軟正黑體"/>
              </a:defRPr>
            </a:pPr>
            <a:r>
              <a:rPr sz="2400"/>
              <a:t>經文：「神愛世人，甚至將祂的獨生子賜給他們，叫一切信入祂的，不至滅亡，反得永遠的生命。」（約三16）</a:t>
            </a:r>
          </a:p>
        </p:txBody>
      </p:sp>
      <p:pic>
        <p:nvPicPr>
          <p:cNvPr id="18" name="Picture 17" descr="story_愛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A3E49"/>
                </a:solidFill>
                <a:latin typeface="微軟正黑體"/>
              </a:defRPr>
            </a:pPr>
            <a:r>
              <a:rPr sz="1800">
                <a:solidFill>
                  <a:srgbClr val="8A3E49"/>
                </a:solidFill>
              </a:rPr>
              <a:t>回到經文 · 本篇一覽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3E49"/>
                </a:solidFill>
                <a:latin typeface="微軟正黑體"/>
              </a:defRPr>
            </a:pPr>
            <a:r>
              <a:rPr sz="4200" b="1">
                <a:solidFill>
                  <a:srgbClr val="8A3E49"/>
                </a:solidFill>
              </a:rPr>
              <a:t>「愛」的鑰字經文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神先愛我們。（約壹四19下）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神就是愛，住在愛裡面的，就住在神裡面，神也住在他裡面。（約壹四16下）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不是我們愛神，乃是神愛我們，差祂的兒子，為我們的罪做了平息的祭物，在此就是愛了。（約壹四10）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神是這樣的愛世人，甚至將祂的獨生子賜給他們，叫一切信入祂的，不至滅亡，反得永遠的生命。（約三16）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因祂愛我們的大愛，竟然在我們因過犯死了的時候，便叫我們一同與基督活過來。（弗二4下-5上）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881337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8A3E49"/>
                </a:solidFill>
                <a:latin typeface="微軟正黑體"/>
              </a:defRPr>
            </a:pPr>
            <a:r>
              <a:rPr sz="2000">
                <a:solidFill>
                  <a:srgbClr val="8A3E49"/>
                </a:solidFill>
              </a:rPr>
              <a:t>福音的答案 · 先愛我們的愛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A3E49"/>
                </a:solidFill>
                <a:latin typeface="微軟正黑體"/>
              </a:defRPr>
            </a:pPr>
            <a:r>
              <a:rPr sz="4600" b="1">
                <a:solidFill>
                  <a:srgbClr val="8A3E49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神愛世人的心是確定的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為世人贖罪手續已作成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A3E49"/>
                </a:solidFill>
                <a:latin typeface="微軟正黑體"/>
              </a:defRPr>
            </a:pPr>
            <a:r>
              <a:rPr sz="33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82828"/>
                </a:solidFill>
                <a:latin typeface="微軟正黑體"/>
              </a:defRPr>
            </a:pPr>
            <a:r>
              <a:rPr sz="3300">
                <a:solidFill>
                  <a:srgbClr val="282828"/>
                </a:solidFill>
              </a:rPr>
              <a:t>信入祂就不至滅亡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282828"/>
                </a:solidFill>
                <a:latin typeface="微軟正黑體"/>
              </a:defRPr>
            </a:pPr>
            <a:r>
              <a:rPr sz="2400">
                <a:solidFill>
                  <a:srgbClr val="282828"/>
                </a:solidFill>
              </a:rPr>
              <a:t>神愛世人的心是確定的，祂為世人贖罪的手續也已經作成了。這愛為人付出極高的代價，卻完全沒有條件，不受任何限制，也無法用言語述盡。祂現在向所愛的世人發出公開信：神愛世人，甚至將獨生子賜給他們。</a:t>
            </a:r>
          </a:p>
        </p:txBody>
      </p:sp>
      <p:pic>
        <p:nvPicPr>
          <p:cNvPr id="12" name="Picture 11" descr="愛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A3E49"/>
                </a:solidFill>
                <a:latin typeface="微軟正黑體"/>
              </a:defRPr>
            </a:pPr>
            <a:r>
              <a:rPr sz="1800">
                <a:solidFill>
                  <a:srgbClr val="8A3E49"/>
                </a:solidFill>
              </a:rPr>
              <a:t>抉擇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3E49"/>
                </a:solidFill>
                <a:latin typeface="微軟正黑體"/>
              </a:defRPr>
            </a:pPr>
            <a:r>
              <a:rPr sz="4200" b="1">
                <a:solidFill>
                  <a:srgbClr val="8A3E49"/>
                </a:solidFill>
              </a:rPr>
              <a:t>今天，你願意嗎？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881337"/>
                </a:solidFill>
                <a:latin typeface="微軟正黑體"/>
              </a:defRPr>
            </a:pPr>
            <a:r>
              <a:rPr sz="3600"/>
              <a:t>現在你該有的抉擇，就是簡單的信入神的兒子耶穌基督，不要猶豫遲疑。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9" name="Picture 8" descr="愛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A3E49"/>
                </a:solidFill>
                <a:latin typeface="微軟正黑體"/>
              </a:defRPr>
            </a:pPr>
            <a:r>
              <a:rPr sz="1800">
                <a:solidFill>
                  <a:srgbClr val="8A3E49"/>
                </a:solidFill>
              </a:rPr>
              <a:t>一起禱告 · 講一句，跟一句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3E49"/>
                </a:solidFill>
                <a:latin typeface="微軟正黑體"/>
              </a:defRPr>
            </a:pPr>
            <a:r>
              <a:rPr sz="4200" b="1">
                <a:solidFill>
                  <a:srgbClr val="8A3E49"/>
                </a:solidFill>
              </a:rPr>
              <a:t>哦，主耶穌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3E49"/>
                </a:solidFill>
                <a:latin typeface="微軟正黑體"/>
              </a:defRPr>
            </a:pPr>
            <a:r>
              <a:rPr sz="2800">
                <a:solidFill>
                  <a:srgbClr val="8A3E49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主耶穌，謝謝你先愛我，為我捨己。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3E49"/>
                </a:solidFill>
                <a:latin typeface="微軟正黑體"/>
              </a:defRPr>
            </a:pPr>
            <a:r>
              <a:rPr sz="2800">
                <a:solidFill>
                  <a:srgbClr val="8A3E49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謝謝你知道我的底細，仍愛我到底。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3E49"/>
                </a:solidFill>
                <a:latin typeface="微軟正黑體"/>
              </a:defRPr>
            </a:pPr>
            <a:r>
              <a:rPr sz="2800">
                <a:solidFill>
                  <a:srgbClr val="8A3E49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謝謝你說我的罪赦了，叫我平平安安地走。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A3E49"/>
                </a:solidFill>
                <a:latin typeface="微軟正黑體"/>
              </a:defRPr>
            </a:pPr>
            <a:r>
              <a:rPr sz="2800">
                <a:solidFill>
                  <a:srgbClr val="8A3E49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我願意信入你，願你進入我的心裡。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881337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8A3E49"/>
                </a:solidFill>
                <a:latin typeface="微軟正黑體"/>
              </a:defRPr>
            </a:pPr>
            <a:r>
              <a:rPr sz="1800">
                <a:solidFill>
                  <a:srgbClr val="8A3E49"/>
                </a:solidFill>
              </a:rPr>
              <a:t>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A3E49"/>
                </a:solidFill>
                <a:latin typeface="微軟正黑體"/>
              </a:defRPr>
            </a:pPr>
            <a:r>
              <a:rPr sz="4200" b="1">
                <a:solidFill>
                  <a:srgbClr val="8A3E49"/>
                </a:solidFill>
              </a:rPr>
              <a:t>不要讓這個福音停在今天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A3E49"/>
                </a:solidFill>
                <a:latin typeface="微軟正黑體"/>
              </a:defRPr>
            </a:pPr>
            <a:r>
              <a:rPr sz="31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A3E49"/>
                </a:solidFill>
                <a:latin typeface="微軟正黑體"/>
              </a:defRPr>
            </a:pPr>
            <a:r>
              <a:rPr sz="31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A3E49"/>
                </a:solidFill>
                <a:latin typeface="微軟正黑體"/>
              </a:defRPr>
            </a:pPr>
            <a:r>
              <a:rPr sz="3100">
                <a:solidFill>
                  <a:srgbClr val="8A3E49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福音講臺總集第一集，神愛世人。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人生的奧祕（二）·福音鑰字「愛」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