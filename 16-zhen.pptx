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【約0.5分鐘】今天只講一個字——「眞」，設計主題是「真理的燈塔」。先讓朋友放鬆：給我大約十五分鐘，聽完再一起討論。本篇已按福音需要調整順序：先從生活談起，再回到經文，內容取自原文。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【約1.5分鐘】開場提問：這個世界是真實的麼？人與人的接觸是真誠的麼？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【約2.2分鐘】日光之下盡虛空。投影片上的講解就是原文該段的濃縮，講的時候可以照著說，再展開一兩句自己的見證，不要偏離原文。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【約2.2分鐘】真理就是基督自己。投影片上的講解就是原文該段的濃縮，講的時候可以照著說，再展開一兩句自己的見證，不要偏離原文。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【約2.2分鐘】影兒實體屬基督。投影片上的講解就是原文該段的濃縮，講的時候可以照著說，再展開一兩句自己的見證，不要偏離原文。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【約2.2分鐘】在實際者裡生活。投影片上的講解就是原文該段的濃縮，講的時候可以照著說，再展開一兩句自己的見證，不要偏離原文。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脫離虛空的路是回到神那裏，以神作人的內容、真實和一切。只要心思轉向神，接受耶穌基督作生命的救主，就不再虛空，不在虛妄的心思裏行事為人，而是有神的生命，在耶穌這實際者裏面，在生命之光的照耀下生活，滿了實際與真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眞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0"/>
            <a:ext cx="48463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23760" y="0"/>
            <a:ext cx="11887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37305E"/>
                </a:solidFill>
                <a:latin typeface="微軟正黑體"/>
              </a:defRPr>
            </a:pPr>
            <a:r>
              <a:rPr sz="3000">
                <a:solidFill>
                  <a:srgbClr val="37305E"/>
                </a:solidFill>
              </a:rPr>
              <a:t>真理的燈塔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37305E"/>
                </a:solidFill>
                <a:latin typeface="微軟正黑體"/>
              </a:defRPr>
            </a:pPr>
            <a:r>
              <a:rPr sz="2400">
                <a:solidFill>
                  <a:srgbClr val="37305E"/>
                </a:solidFill>
              </a:rPr>
              <a:t>神給人的恩典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9000" b="1">
                <a:solidFill>
                  <a:srgbClr val="5B4C89"/>
                </a:solidFill>
                <a:latin typeface="微軟正黑體"/>
              </a:defRPr>
            </a:pPr>
            <a:r>
              <a:rPr>
                <a:solidFill>
                  <a:srgbClr val="5B4C89"/>
                </a:solidFill>
              </a:rPr>
              <a:t>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5B4C89"/>
                </a:solidFill>
                <a:latin typeface="微軟正黑體"/>
              </a:defRPr>
            </a:pPr>
            <a:r>
              <a:rPr sz="3200">
                <a:solidFill>
                  <a:srgbClr val="5B4C89"/>
                </a:solidFill>
              </a:rPr>
              <a:t>第 16 個鑰字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5B4C89"/>
                </a:solidFill>
                <a:latin typeface="微軟正黑體"/>
              </a:defRPr>
            </a:pPr>
            <a:r>
              <a:rPr sz="3800" b="1">
                <a:solidFill>
                  <a:srgbClr val="5B4C89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5B4C89"/>
                </a:solidFill>
                <a:latin typeface="微軟正黑體"/>
              </a:defRPr>
            </a:pPr>
            <a:r>
              <a:rPr sz="4000" b="1">
                <a:solidFill>
                  <a:srgbClr val="5B4C89"/>
                </a:solidFill>
              </a:rPr>
              <a:t>這個世界是真實的麼？人與人的接觸是真誠的麼？</a:t>
            </a:r>
          </a:p>
        </p:txBody>
      </p:sp>
      <p:pic>
        <p:nvPicPr>
          <p:cNvPr id="10" name="Picture 9" descr="眞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B4C89"/>
                </a:solidFill>
                <a:latin typeface="微軟正黑體"/>
              </a:defRPr>
            </a:pPr>
            <a:r>
              <a:rPr sz="4000" b="1">
                <a:solidFill>
                  <a:srgbClr val="5B4C89"/>
                </a:solidFill>
              </a:rPr>
              <a:t>日光之下盡虛空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所羅門享盡榮華仍虛空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日光之下並無新事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萬有循環結局皆虛空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7305E"/>
                </a:solidFill>
                <a:latin typeface="微軟正黑體"/>
              </a:defRPr>
            </a:pPr>
            <a:r>
              <a:rPr sz="2400"/>
              <a:t>經文：虛空的虛空，凡事都是虛空。日光之下並無新事。（傳一2，9）</a:t>
            </a:r>
          </a:p>
        </p:txBody>
      </p:sp>
      <p:pic>
        <p:nvPicPr>
          <p:cNvPr id="19" name="Picture 18" descr="story_眞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B4C89"/>
                </a:solidFill>
                <a:latin typeface="微軟正黑體"/>
              </a:defRPr>
            </a:pPr>
            <a:r>
              <a:rPr sz="4000" b="1">
                <a:solidFill>
                  <a:srgbClr val="5B4C89"/>
                </a:solidFill>
              </a:rPr>
              <a:t>真理就是基督自己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真理必叫你們得自由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恩典實際藉耶穌而來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真理是神聖實際非道理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7305E"/>
                </a:solidFill>
                <a:latin typeface="微軟正黑體"/>
              </a:defRPr>
            </a:pPr>
            <a:r>
              <a:rPr sz="2400"/>
              <a:t>經文：你們必認識真理，真理必叫你們得以自由。（約八32）恩典和實際都是藉著耶穌基督來的。（約一17下）</a:t>
            </a:r>
          </a:p>
        </p:txBody>
      </p:sp>
      <p:pic>
        <p:nvPicPr>
          <p:cNvPr id="19" name="Picture 18" descr="story_眞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B4C89"/>
                </a:solidFill>
                <a:latin typeface="微軟正黑體"/>
              </a:defRPr>
            </a:pPr>
            <a:r>
              <a:rPr sz="4000" b="1">
                <a:solidFill>
                  <a:srgbClr val="5B4C89"/>
                </a:solidFill>
              </a:rPr>
              <a:t>影兒實體屬基督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飲食節期只是影兒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渴了可到主前喝活水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主是生命糧永不飢渴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7305E"/>
                </a:solidFill>
                <a:latin typeface="微軟正黑體"/>
              </a:defRPr>
            </a:pPr>
            <a:r>
              <a:rPr sz="2400"/>
              <a:t>經文：這些原是要來之事的影兒，那實體卻屬於基督。（西二17）人若渴了，可以到我這裏來喝。（約七37）</a:t>
            </a:r>
          </a:p>
        </p:txBody>
      </p:sp>
      <p:pic>
        <p:nvPicPr>
          <p:cNvPr id="19" name="Picture 18" descr="story_眞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B4C89"/>
                </a:solidFill>
                <a:latin typeface="微軟正黑體"/>
              </a:defRPr>
            </a:pPr>
            <a:r>
              <a:rPr sz="4000" b="1">
                <a:solidFill>
                  <a:srgbClr val="5B4C89"/>
                </a:solidFill>
              </a:rPr>
              <a:t>在實際者裡生活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不再心思虛妄行事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被放在實際者模型裡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在光中活出真實生活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7305E"/>
                </a:solidFill>
                <a:latin typeface="微軟正黑體"/>
              </a:defRPr>
            </a:pPr>
            <a:r>
              <a:rPr sz="2400"/>
              <a:t>經文：你們行事為人，不要再像外邦人在他們心思的虛妄裏行事為人，耶穌是實際者。（弗四17，21）在真理中行事為人。（約貳4）</a:t>
            </a:r>
          </a:p>
        </p:txBody>
      </p:sp>
      <p:pic>
        <p:nvPicPr>
          <p:cNvPr id="19" name="Picture 18" descr="story_眞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B4C89"/>
                </a:solidFill>
                <a:latin typeface="微軟正黑體"/>
              </a:defRPr>
            </a:pPr>
            <a:r>
              <a:rPr sz="1800">
                <a:solidFill>
                  <a:srgbClr val="5B4C89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B4C89"/>
                </a:solidFill>
                <a:latin typeface="微軟正黑體"/>
              </a:defRPr>
            </a:pPr>
            <a:r>
              <a:rPr sz="4200" b="1">
                <a:solidFill>
                  <a:srgbClr val="5B4C89"/>
                </a:solidFill>
              </a:rPr>
              <a:t>「眞」的鑰字經文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虛空的虛空，凡事都是虛空，日光之下並無新事（傳一2，9）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恩典和實際都是藉著耶穌基督來的（約一17下）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那實體卻屬於基督（西二17）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37305E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5B4C89"/>
                </a:solidFill>
                <a:latin typeface="微軟正黑體"/>
              </a:defRPr>
            </a:pPr>
            <a:r>
              <a:rPr sz="2000">
                <a:solidFill>
                  <a:srgbClr val="5B4C89"/>
                </a:solidFill>
              </a:rPr>
              <a:t>福音的答案 · 真理的燈塔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5B4C89"/>
                </a:solidFill>
                <a:latin typeface="微軟正黑體"/>
              </a:defRPr>
            </a:pPr>
            <a:r>
              <a:rPr sz="4600" b="1">
                <a:solidFill>
                  <a:srgbClr val="5B4C89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37305E"/>
                </a:solidFill>
                <a:latin typeface="微軟正黑體"/>
              </a:defRPr>
            </a:pPr>
            <a:r>
              <a:rPr sz="3300">
                <a:solidFill>
                  <a:srgbClr val="37305E"/>
                </a:solidFill>
              </a:rPr>
              <a:t>轉向神就能脫離虛空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37305E"/>
                </a:solidFill>
                <a:latin typeface="微軟正黑體"/>
              </a:defRPr>
            </a:pPr>
            <a:r>
              <a:rPr sz="3300">
                <a:solidFill>
                  <a:srgbClr val="37305E"/>
                </a:solidFill>
              </a:rPr>
              <a:t>接受耶穌作生命救主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37305E"/>
                </a:solidFill>
                <a:latin typeface="微軟正黑體"/>
              </a:defRPr>
            </a:pPr>
            <a:r>
              <a:rPr sz="3300">
                <a:solidFill>
                  <a:srgbClr val="37305E"/>
                </a:solidFill>
              </a:rPr>
              <a:t>在真理中行事為人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37305E"/>
                </a:solidFill>
                <a:latin typeface="微軟正黑體"/>
              </a:defRPr>
            </a:pPr>
            <a:r>
              <a:rPr sz="2400">
                <a:solidFill>
                  <a:srgbClr val="37305E"/>
                </a:solidFill>
              </a:rPr>
              <a:t>脫離虛空的路是回到神那裏，以神作人的內容、真實和一切。只要心思轉向神，接受耶穌基督作生命的救主，就不再虛空，不在虛妄的心思裏行事為人，而是有神的生命，在耶穌這實際者裏面，在生命之光的照耀下生活，滿了實際與真實。</a:t>
            </a:r>
          </a:p>
        </p:txBody>
      </p:sp>
      <p:pic>
        <p:nvPicPr>
          <p:cNvPr id="12" name="Picture 11" descr="眞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B4C89"/>
                </a:solidFill>
                <a:latin typeface="微軟正黑體"/>
              </a:defRPr>
            </a:pPr>
            <a:r>
              <a:rPr sz="1800">
                <a:solidFill>
                  <a:srgbClr val="5B4C89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B4C89"/>
                </a:solidFill>
                <a:latin typeface="微軟正黑體"/>
              </a:defRPr>
            </a:pPr>
            <a:r>
              <a:rPr sz="4200" b="1">
                <a:solidFill>
                  <a:srgbClr val="5B4C89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37305E"/>
                </a:solidFill>
                <a:latin typeface="微軟正黑體"/>
              </a:defRPr>
            </a:pPr>
            <a:r>
              <a:rPr sz="3600"/>
              <a:t>只要你願意心思轉向神，接受耶穌基督作你生命的救主，你就不再虛空。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10" name="Picture 9" descr="眞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B4C89"/>
                </a:solidFill>
                <a:latin typeface="微軟正黑體"/>
              </a:defRPr>
            </a:pPr>
            <a:r>
              <a:rPr sz="1800">
                <a:solidFill>
                  <a:srgbClr val="5B4C89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B4C89"/>
                </a:solidFill>
                <a:latin typeface="微軟正黑體"/>
              </a:defRPr>
            </a:pPr>
            <a:r>
              <a:rPr sz="4200" b="1">
                <a:solidFill>
                  <a:srgbClr val="5B4C89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B4C89"/>
                </a:solidFill>
                <a:latin typeface="微軟正黑體"/>
              </a:defRPr>
            </a:pPr>
            <a:r>
              <a:rPr sz="2800">
                <a:solidFill>
                  <a:srgbClr val="5B4C89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主耶穌，我承認我的人生在日光之下是虛空。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B4C89"/>
                </a:solidFill>
                <a:latin typeface="微軟正黑體"/>
              </a:defRPr>
            </a:pPr>
            <a:r>
              <a:rPr sz="2800">
                <a:solidFill>
                  <a:srgbClr val="5B4C89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謝謝你，你就是真理和實際，你來作我的滿足。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B4C89"/>
                </a:solidFill>
                <a:latin typeface="微軟正黑體"/>
              </a:defRPr>
            </a:pPr>
            <a:r>
              <a:rPr sz="2800">
                <a:solidFill>
                  <a:srgbClr val="5B4C89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我願意轉向你，接受你作我的生命和救主。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B4C89"/>
                </a:solidFill>
                <a:latin typeface="微軟正黑體"/>
              </a:defRPr>
            </a:pPr>
            <a:r>
              <a:rPr sz="2800">
                <a:solidFill>
                  <a:srgbClr val="5B4C89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求你進到我裏面，使我在真理中行事為人。阿們。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7305E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B4C89"/>
                </a:solidFill>
                <a:latin typeface="微軟正黑體"/>
              </a:defRPr>
            </a:pPr>
            <a:r>
              <a:rPr sz="1800">
                <a:solidFill>
                  <a:srgbClr val="5B4C89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B4C89"/>
                </a:solidFill>
                <a:latin typeface="微軟正黑體"/>
              </a:defRPr>
            </a:pPr>
            <a:r>
              <a:rPr sz="4200" b="1">
                <a:solidFill>
                  <a:srgbClr val="5B4C89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5B4C89"/>
                </a:solidFill>
                <a:latin typeface="微軟正黑體"/>
              </a:defRPr>
            </a:pPr>
            <a:r>
              <a:rPr sz="31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5B4C89"/>
                </a:solidFill>
                <a:latin typeface="微軟正黑體"/>
              </a:defRPr>
            </a:pPr>
            <a:r>
              <a:rPr sz="31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5B4C89"/>
                </a:solidFill>
                <a:latin typeface="微軟正黑體"/>
              </a:defRPr>
            </a:pPr>
            <a:r>
              <a:rPr sz="31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傳道書生命讀經，第一篇；約翰福音生命讀經，第三篇；宇宙的奧祕與人生的意義，第二篇；以弗所書生命讀經，第四十六篇。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人生的奧祕（二）·福音鑰字「眞」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