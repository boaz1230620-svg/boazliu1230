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【約0.5分鐘】今天只講一個字——「病」，設計主題是「醫治的光」。先讓朋友放鬆：給我大約十五分鐘，聽完再一起討論。本篇已按福音需要調整順序：先從生活談起，再回到經文，內容取自原文。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【約1.5分鐘】開場提問：科技發達、醫療進步，為何人仍免不了受各種疾病侵襲擾害？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【約2.2分鐘】身體卑賤出於塵土。投影片上的講解就是原文該段的濃縮，講的時候可以照著說，再展開一兩句自己的見證，不要偏離原文。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【約2.2分鐘】疾病源於罪的進入。投影片上的講解就是原文該段的濃縮，講的時候可以照著說，再展開一兩句自己的見證，不要偏離原文。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【約2.2分鐘】癱子罪赦病得醫治。投影片上的講解就是原文該段的濃縮，講的時候可以照著說，再展開一兩句自己的見證，不要偏離原文。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【約2.2分鐘】復活生命吞滅疾病。投影片上的講解就是原文該段的濃縮，講的時候可以照著說，再展開一兩句自己的見證，不要偏離原文。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但願我們都像病得醫治的癱子、患血漏的女人一樣，來尋求主，相信並接受祂神聖復活的生命。這生命能醫治我們各種各樣的疾病，帶我們出死入生。原文指出，當罪的致命疾病被救主救贖的死對付之後，人就起來，出死入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病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74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8C7042"/>
                </a:solidFill>
                <a:latin typeface="微軟正黑體"/>
              </a:defRPr>
            </a:pPr>
            <a:r>
              <a:rPr>
                <a:solidFill>
                  <a:srgbClr val="8C7042"/>
                </a:solidFill>
              </a:rPr>
              <a:t>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0233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800" b="0">
                <a:solidFill>
                  <a:srgbClr val="603030"/>
                </a:solidFill>
                <a:latin typeface="微軟正黑體"/>
              </a:defRPr>
            </a:pPr>
            <a:r>
              <a:rPr sz="2800">
                <a:solidFill>
                  <a:srgbClr val="603030"/>
                </a:solidFill>
              </a:rPr>
              <a:t>人的負面情形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6634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603030"/>
                </a:solidFill>
                <a:latin typeface="微軟正黑體"/>
              </a:defRPr>
            </a:pPr>
            <a:r>
              <a:rPr sz="2400">
                <a:solidFill>
                  <a:srgbClr val="603030"/>
                </a:solidFill>
              </a:rPr>
              <a:t>第 7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800" b="1">
                <a:solidFill>
                  <a:srgbClr val="C07A1A"/>
                </a:solidFill>
                <a:latin typeface="微軟正黑體"/>
              </a:defRPr>
            </a:pPr>
            <a:r>
              <a:rPr sz="3800" b="1">
                <a:solidFill>
                  <a:srgbClr val="C07A1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C7042"/>
                </a:solidFill>
                <a:latin typeface="微軟正黑體"/>
              </a:defRPr>
            </a:pPr>
            <a:r>
              <a:rPr sz="4000" b="1">
                <a:solidFill>
                  <a:srgbClr val="8C7042"/>
                </a:solidFill>
              </a:rPr>
              <a:t>科技發達、醫療進步，為何人仍免不了受各種疾病侵襲擾害？</a:t>
            </a:r>
          </a:p>
        </p:txBody>
      </p:sp>
      <p:pic>
        <p:nvPicPr>
          <p:cNvPr id="8" name="Picture 7" descr="病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C7042"/>
                </a:solidFill>
                <a:latin typeface="微軟正黑體"/>
              </a:defRPr>
            </a:pPr>
            <a:r>
              <a:rPr sz="4000" b="1">
                <a:solidFill>
                  <a:srgbClr val="8C7042"/>
                </a:solidFill>
              </a:rPr>
              <a:t>身體卑賤出於塵土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骨肉血液皆是泥土成分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人出於土也歸於土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身體常受疾病死亡侵害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03030"/>
                </a:solidFill>
                <a:latin typeface="微軟正黑體"/>
              </a:defRPr>
            </a:pPr>
            <a:r>
              <a:rPr sz="2400"/>
              <a:t>經文：神用地上的塵土塑造人。（創二7）</a:t>
            </a:r>
          </a:p>
        </p:txBody>
      </p:sp>
      <p:pic>
        <p:nvPicPr>
          <p:cNvPr id="17" name="Picture 16" descr="story_病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C7042"/>
                </a:solidFill>
                <a:latin typeface="微軟正黑體"/>
              </a:defRPr>
            </a:pPr>
            <a:r>
              <a:rPr sz="4000" b="1">
                <a:solidFill>
                  <a:srgbClr val="8C7042"/>
                </a:solidFill>
              </a:rPr>
              <a:t>疾病源於罪的進入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犯罪之前人沒有疾病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有了罪就有死有疾病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疾病是罪結果的標記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03030"/>
                </a:solidFill>
                <a:latin typeface="微軟正黑體"/>
              </a:defRPr>
            </a:pPr>
            <a:r>
              <a:rPr sz="2400"/>
              <a:t>經文：因亞當一人犯了罪，罪和死就進入了世界。（羅五12）</a:t>
            </a:r>
          </a:p>
        </p:txBody>
      </p:sp>
      <p:pic>
        <p:nvPicPr>
          <p:cNvPr id="17" name="Picture 16" descr="story_病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C7042"/>
                </a:solidFill>
                <a:latin typeface="微軟正黑體"/>
              </a:defRPr>
            </a:pPr>
            <a:r>
              <a:rPr sz="4000" b="1">
                <a:solidFill>
                  <a:srgbClr val="8C7042"/>
                </a:solidFill>
              </a:rPr>
              <a:t>癱子罪赦病得醫治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四人拆屋頂抬癱子來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主先說你的罪赦了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癱子拿褥子自己走回家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03030"/>
                </a:solidFill>
                <a:latin typeface="微軟正黑體"/>
              </a:defRPr>
            </a:pPr>
            <a:r>
              <a:rPr sz="2400"/>
              <a:t>經文：耶穌見他們的信心，就對癱子說，孩子，你的罪赦了。（可二5）</a:t>
            </a:r>
          </a:p>
        </p:txBody>
      </p:sp>
      <p:pic>
        <p:nvPicPr>
          <p:cNvPr id="17" name="Picture 16" descr="story_病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C7042"/>
                </a:solidFill>
                <a:latin typeface="微軟正黑體"/>
              </a:defRPr>
            </a:pPr>
            <a:r>
              <a:rPr sz="4000" b="1">
                <a:solidFill>
                  <a:srgbClr val="8C7042"/>
                </a:solidFill>
              </a:rPr>
              <a:t>復活生命吞滅疾病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主醫病趕鬼推翻疾病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復活生命賜給相信的人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C7042"/>
                </a:solidFill>
                <a:latin typeface="微軟正黑體"/>
              </a:defRPr>
            </a:pPr>
            <a:r>
              <a:rPr sz="33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帶我們出死入生得醫治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03030"/>
                </a:solidFill>
                <a:latin typeface="微軟正黑體"/>
              </a:defRPr>
            </a:pPr>
            <a:r>
              <a:rPr sz="2400"/>
              <a:t>經文：祂親自取去了我們的軟弱，擔當了我們的疾病。（太八17）</a:t>
            </a:r>
          </a:p>
        </p:txBody>
      </p:sp>
      <p:pic>
        <p:nvPicPr>
          <p:cNvPr id="17" name="Picture 16" descr="story_病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C7042"/>
                </a:solidFill>
                <a:latin typeface="微軟正黑體"/>
              </a:defRPr>
            </a:pPr>
            <a:r>
              <a:rPr sz="1800">
                <a:solidFill>
                  <a:srgbClr val="8C7042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C7042"/>
                </a:solidFill>
                <a:latin typeface="微軟正黑體"/>
              </a:defRPr>
            </a:pPr>
            <a:r>
              <a:rPr sz="4200" b="1">
                <a:solidFill>
                  <a:srgbClr val="8C7042"/>
                </a:solidFill>
              </a:rPr>
              <a:t>「病」的鑰字經文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我們天然的身體，由沒有價值的塵土所造，且為罪惡、軟弱、疾病和死亡所侵害。（腓三21註2）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各樣的疾病，各種的症候，表徵屬靈的毛病。（太九35註2）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疾病是罪的結果，也是人因著罪，在神面前不正常光景的標記。（可一31註1）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罪是疾病的原因。摸著病因，就收療效；一旦罪得赦免，疾病就得醫治。（可二5註3）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每個墮落的人，都是生在罪的致命疾病裡，並且死在其中。（可五25註1）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6751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復活的生命吞滅身體裡死的元素，及其軟弱與疾病。（林前六13註3）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772667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真理是脫離病態、衰敗光景的醫治和拯救。（提後三8註2）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603030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醫治的光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C7042"/>
                </a:solidFill>
                <a:latin typeface="微軟正黑體"/>
              </a:defRPr>
            </a:pPr>
            <a:r>
              <a:rPr sz="4600" b="1">
                <a:solidFill>
                  <a:srgbClr val="8C7042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603030"/>
                </a:solidFill>
                <a:latin typeface="微軟正黑體"/>
              </a:defRPr>
            </a:pPr>
            <a:r>
              <a:rPr sz="3300">
                <a:solidFill>
                  <a:srgbClr val="603030"/>
                </a:solidFill>
              </a:rPr>
              <a:t>罪得赦免疾病得醫治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603030"/>
                </a:solidFill>
                <a:latin typeface="微軟正黑體"/>
              </a:defRPr>
            </a:pPr>
            <a:r>
              <a:rPr sz="3300">
                <a:solidFill>
                  <a:srgbClr val="603030"/>
                </a:solidFill>
              </a:rPr>
              <a:t>接受主復活的生命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603030"/>
                </a:solidFill>
                <a:latin typeface="微軟正黑體"/>
              </a:defRPr>
            </a:pPr>
            <a:r>
              <a:rPr sz="3300">
                <a:solidFill>
                  <a:srgbClr val="603030"/>
                </a:solidFill>
              </a:rPr>
              <a:t>從死入生不再絕望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603030"/>
                </a:solidFill>
                <a:latin typeface="微軟正黑體"/>
              </a:defRPr>
            </a:pPr>
            <a:r>
              <a:rPr sz="2400">
                <a:solidFill>
                  <a:srgbClr val="603030"/>
                </a:solidFill>
              </a:rPr>
              <a:t>但願我們都像病得醫治的癱子、患血漏的女人一樣，來尋求主，相信並接受祂神聖復活的生命。這生命能醫治我們各種各樣的疾病，帶我們出死入生。原文指出，當罪的致命疾病被救主救贖的死對付之後，人就起來，出死入生了。</a:t>
            </a:r>
          </a:p>
        </p:txBody>
      </p:sp>
      <p:pic>
        <p:nvPicPr>
          <p:cNvPr id="12" name="Picture 11" descr="病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C7042"/>
                </a:solidFill>
                <a:latin typeface="微軟正黑體"/>
              </a:defRPr>
            </a:pPr>
            <a:r>
              <a:rPr sz="1800">
                <a:solidFill>
                  <a:srgbClr val="8C7042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C7042"/>
                </a:solidFill>
                <a:latin typeface="微軟正黑體"/>
              </a:defRPr>
            </a:pPr>
            <a:r>
              <a:rPr sz="4200" b="1">
                <a:solidFill>
                  <a:srgbClr val="8C7042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603030"/>
                </a:solidFill>
                <a:latin typeface="微軟正黑體"/>
              </a:defRPr>
            </a:pPr>
            <a:r>
              <a:rPr sz="3600"/>
              <a:t>來尋求主，相信並接受祂復活的生命，帶你出死入生。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病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C7042"/>
                </a:solidFill>
                <a:latin typeface="微軟正黑體"/>
              </a:defRPr>
            </a:pPr>
            <a:r>
              <a:rPr sz="1800">
                <a:solidFill>
                  <a:srgbClr val="8C7042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C7042"/>
                </a:solidFill>
                <a:latin typeface="微軟正黑體"/>
              </a:defRPr>
            </a:pPr>
            <a:r>
              <a:rPr sz="4200" b="1">
                <a:solidFill>
                  <a:srgbClr val="8C7042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C7042"/>
                </a:solidFill>
                <a:latin typeface="微軟正黑體"/>
              </a:defRPr>
            </a:pPr>
            <a:r>
              <a:rPr sz="2800">
                <a:solidFill>
                  <a:srgbClr val="8C7042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主耶穌，我的身體卑賤軟弱，常受疾病侵襲。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C7042"/>
                </a:solidFill>
                <a:latin typeface="微軟正黑體"/>
              </a:defRPr>
            </a:pPr>
            <a:r>
              <a:rPr sz="2800">
                <a:solidFill>
                  <a:srgbClr val="8C7042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謝謝你擔當我的疾病，赦免我的罪。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C7042"/>
                </a:solidFill>
                <a:latin typeface="微軟正黑體"/>
              </a:defRPr>
            </a:pPr>
            <a:r>
              <a:rPr sz="2800">
                <a:solidFill>
                  <a:srgbClr val="8C7042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我相信並接受你復活的生命進到我裡面。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C7042"/>
                </a:solidFill>
                <a:latin typeface="微軟正黑體"/>
              </a:defRPr>
            </a:pPr>
            <a:r>
              <a:rPr sz="2800">
                <a:solidFill>
                  <a:srgbClr val="8C7042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求你醫治我，帶我出死入生。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603030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C7042"/>
                </a:solidFill>
                <a:latin typeface="微軟正黑體"/>
              </a:defRPr>
            </a:pPr>
            <a:r>
              <a:rPr sz="1800">
                <a:solidFill>
                  <a:srgbClr val="8C7042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C7042"/>
                </a:solidFill>
                <a:latin typeface="微軟正黑體"/>
              </a:defRPr>
            </a:pPr>
            <a:r>
              <a:rPr sz="4200" b="1">
                <a:solidFill>
                  <a:srgbClr val="8C7042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F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C7042"/>
                </a:solidFill>
                <a:latin typeface="微軟正黑體"/>
              </a:defRPr>
            </a:pPr>
            <a:r>
              <a:rPr sz="31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C7042"/>
                </a:solidFill>
                <a:latin typeface="微軟正黑體"/>
              </a:defRPr>
            </a:pPr>
            <a:r>
              <a:rPr sz="31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C7042"/>
                </a:solidFill>
                <a:latin typeface="微軟正黑體"/>
              </a:defRPr>
            </a:pPr>
            <a:r>
              <a:rPr sz="3100">
                <a:solidFill>
                  <a:srgbClr val="8C7042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人生的奧祕（二）·福音鑰字「病」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