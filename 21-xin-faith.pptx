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【約0.5分鐘】今天只講一個字——「信」，設計主題是「錨定的信」。先讓朋友放鬆：給我大約十五分鐘，聽完再一起討論。本篇已按福音需要調整順序：先從生活談起，再回到經文，內容取自原文。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【約1.5分鐘】開場提問：看不見、摸不着的東西，難道就不存在嗎？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【約2.2分鐘】接觸看不見的神。投影片上的講解就是原文該段的濃縮，講的時候可以照著說，再展開一兩句自己的見證，不要偏離原文。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【約2.2分鐘】恩典藉信得救。投影片上的講解就是原文該段的濃縮，講的時候可以照著說，再展開一兩句自己的見證，不要偏離原文。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【約2.2分鐘】信入接受基督。投影片上的講解就是原文該段的濃縮，講的時候可以照著說，再展開一兩句自己的見證，不要偏離原文。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【約2.2分鐘】信入聯合得永生。投影片上的講解就是原文該段的濃縮，講的時候可以照著說，再展開一兩句自己的見證，不要偏離原文。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聽見主的名和話，裡面生出珍賞、寶愛與羨慕，就是信的開始。只要簡單禱告、呼喊主名，主就進入裡面成為信心；越禱告，主分賜越多，信就越增加。不需要努力相信祂，只要簡單向祂禱告，把心向祂打開、把靈向祂敞開、呼喊祂的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信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0"/>
            <a:ext cx="48463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23760" y="0"/>
            <a:ext cx="118872" cy="685800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>
                <a:solidFill>
                  <a:srgbClr val="172554"/>
                </a:solidFill>
                <a:latin typeface="微軟正黑體"/>
              </a:defRPr>
            </a:pPr>
            <a:r>
              <a:rPr sz="3000">
                <a:solidFill>
                  <a:srgbClr val="172554"/>
                </a:solidFill>
              </a:rPr>
              <a:t>錨定的信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0">
                <a:solidFill>
                  <a:srgbClr val="172554"/>
                </a:solidFill>
                <a:latin typeface="微軟正黑體"/>
              </a:defRPr>
            </a:pPr>
            <a:r>
              <a:rPr sz="2400">
                <a:solidFill>
                  <a:srgbClr val="172554"/>
                </a:solidFill>
              </a:rPr>
              <a:t>人應有的態度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9000" b="1">
                <a:solidFill>
                  <a:srgbClr val="5A638A"/>
                </a:solidFill>
                <a:latin typeface="微軟正黑體"/>
              </a:defRPr>
            </a:pPr>
            <a:r>
              <a:rPr>
                <a:solidFill>
                  <a:srgbClr val="5A638A"/>
                </a:solidFill>
              </a:rPr>
              <a:t>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5A638A"/>
                </a:solidFill>
                <a:latin typeface="微軟正黑體"/>
              </a:defRPr>
            </a:pPr>
            <a:r>
              <a:rPr sz="3200">
                <a:solidFill>
                  <a:srgbClr val="5A638A"/>
                </a:solidFill>
              </a:rPr>
              <a:t>第 21 個鑰字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5A638A"/>
                </a:solidFill>
                <a:latin typeface="微軟正黑體"/>
              </a:defRPr>
            </a:pPr>
            <a:r>
              <a:rPr sz="3800" b="1">
                <a:solidFill>
                  <a:srgbClr val="5A638A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5A638A"/>
                </a:solidFill>
                <a:latin typeface="微軟正黑體"/>
              </a:defRPr>
            </a:pPr>
            <a:r>
              <a:rPr sz="4000" b="1">
                <a:solidFill>
                  <a:srgbClr val="5A638A"/>
                </a:solidFill>
              </a:rPr>
              <a:t>看不見、摸不着的東西，難道就不存在嗎？</a:t>
            </a:r>
          </a:p>
        </p:txBody>
      </p:sp>
      <p:pic>
        <p:nvPicPr>
          <p:cNvPr id="10" name="Picture 9" descr="信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5A638A"/>
                </a:solidFill>
                <a:latin typeface="微軟正黑體"/>
              </a:defRPr>
            </a:pPr>
            <a:r>
              <a:rPr sz="4000" b="1">
                <a:solidFill>
                  <a:srgbClr val="5A638A"/>
                </a:solidFill>
              </a:rPr>
              <a:t>接觸看不見的神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神是靈，如空氣風無處不在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人裡面的靈是接觸神的接受器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運用靈藉着信就能接觸神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72554"/>
                </a:solidFill>
                <a:latin typeface="微軟正黑體"/>
              </a:defRPr>
            </a:pPr>
            <a:r>
              <a:rPr sz="2400"/>
              <a:t>經文：「人非有信，就不能得神的喜悅；因為到神面前來的人，必須信神是，且信祂賞賜那尋求祂的人。」（來十一6）</a:t>
            </a:r>
          </a:p>
        </p:txBody>
      </p:sp>
      <p:pic>
        <p:nvPicPr>
          <p:cNvPr id="19" name="Picture 18" descr="story_信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5A638A"/>
                </a:solidFill>
                <a:latin typeface="微軟正黑體"/>
              </a:defRPr>
            </a:pPr>
            <a:r>
              <a:rPr sz="4000" b="1">
                <a:solidFill>
                  <a:srgbClr val="5A638A"/>
                </a:solidFill>
              </a:rPr>
              <a:t>恩典藉信得救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救恩是神為人豫備的恩典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不是行善克己改良自己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智愚賢不肖都能得救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72554"/>
                </a:solidFill>
                <a:latin typeface="微軟正黑體"/>
              </a:defRPr>
            </a:pPr>
            <a:r>
              <a:rPr sz="2400"/>
              <a:t>經文：「你們得救是靠着恩典，藉着信；這並不是出於你們，乃是神的恩賜；也不是出於行為，免得有人誇口。」（弗二8-9）</a:t>
            </a:r>
          </a:p>
        </p:txBody>
      </p:sp>
      <p:pic>
        <p:nvPicPr>
          <p:cNvPr id="19" name="Picture 18" descr="story_信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5A638A"/>
                </a:solidFill>
                <a:latin typeface="微軟正黑體"/>
              </a:defRPr>
            </a:pPr>
            <a:r>
              <a:rPr sz="4000" b="1">
                <a:solidFill>
                  <a:srgbClr val="5A638A"/>
                </a:solidFill>
              </a:rPr>
              <a:t>信入接受基督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相信不是外面的點頭贊成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相信就是把主接受到裡面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一接受就有權柄作兒女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72554"/>
                </a:solidFill>
                <a:latin typeface="微軟正黑體"/>
              </a:defRPr>
            </a:pPr>
            <a:r>
              <a:rPr sz="2400"/>
              <a:t>經文：「凡接受祂的，就是信入祂名的人，祂就賜他們權柄，成為神的兒女。」（約一12）</a:t>
            </a:r>
          </a:p>
        </p:txBody>
      </p:sp>
      <p:pic>
        <p:nvPicPr>
          <p:cNvPr id="19" name="Picture 18" descr="story_信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5A638A"/>
                </a:solidFill>
                <a:latin typeface="微軟正黑體"/>
              </a:defRPr>
            </a:pPr>
            <a:r>
              <a:rPr sz="4000" b="1">
                <a:solidFill>
                  <a:srgbClr val="5A638A"/>
                </a:solidFill>
              </a:rPr>
              <a:t>信入聯合得永生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神愛甚至賜下獨生子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信入是接受也是聯合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如接枝結好果得永生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72554"/>
                </a:solidFill>
                <a:latin typeface="微軟正黑體"/>
              </a:defRPr>
            </a:pPr>
            <a:r>
              <a:rPr sz="2400"/>
              <a:t>經文：「神愛世人，甚至將祂的獨生子賜給他們，叫一切信入祂的，不至滅亡，反得永遠的生命。」（約三16）</a:t>
            </a:r>
          </a:p>
        </p:txBody>
      </p:sp>
      <p:pic>
        <p:nvPicPr>
          <p:cNvPr id="19" name="Picture 18" descr="story_信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5A638A"/>
                </a:solidFill>
                <a:latin typeface="微軟正黑體"/>
              </a:defRPr>
            </a:pPr>
            <a:r>
              <a:rPr sz="1800">
                <a:solidFill>
                  <a:srgbClr val="5A638A"/>
                </a:solidFill>
              </a:rPr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5A638A"/>
                </a:solidFill>
                <a:latin typeface="微軟正黑體"/>
              </a:defRPr>
            </a:pPr>
            <a:r>
              <a:rPr sz="4200" b="1">
                <a:solidFill>
                  <a:srgbClr val="5A638A"/>
                </a:solidFill>
              </a:rPr>
              <a:t>「信」的鑰字經文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來十一6：人非有信，就不能得神的喜悅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弗二8-9：得救是靠着恩典，藉着信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約一12：凡接受祂的，就是信入祂名的人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約三16：叫一切信入祂的，不至滅亡，反得永遠的生命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172554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5A638A"/>
                </a:solidFill>
                <a:latin typeface="微軟正黑體"/>
              </a:defRPr>
            </a:pPr>
            <a:r>
              <a:rPr sz="2000">
                <a:solidFill>
                  <a:srgbClr val="5A638A"/>
                </a:solidFill>
              </a:rPr>
              <a:t>福音的答案 · 錨定的信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5A638A"/>
                </a:solidFill>
                <a:latin typeface="微軟正黑體"/>
              </a:defRPr>
            </a:pPr>
            <a:r>
              <a:rPr sz="4600" b="1">
                <a:solidFill>
                  <a:srgbClr val="5A638A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72554"/>
                </a:solidFill>
                <a:latin typeface="微軟正黑體"/>
              </a:defRPr>
            </a:pPr>
            <a:r>
              <a:rPr sz="3300">
                <a:solidFill>
                  <a:srgbClr val="172554"/>
                </a:solidFill>
              </a:rPr>
              <a:t>不需要努力相信才能來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72554"/>
                </a:solidFill>
                <a:latin typeface="微軟正黑體"/>
              </a:defRPr>
            </a:pPr>
            <a:r>
              <a:rPr sz="3300">
                <a:solidFill>
                  <a:srgbClr val="172554"/>
                </a:solidFill>
              </a:rPr>
              <a:t>簡單禱告把心靈向主敞開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A638A"/>
                </a:solidFill>
                <a:latin typeface="微軟正黑體"/>
              </a:defRPr>
            </a:pPr>
            <a:r>
              <a:rPr sz="33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72554"/>
                </a:solidFill>
                <a:latin typeface="微軟正黑體"/>
              </a:defRPr>
            </a:pPr>
            <a:r>
              <a:rPr sz="3300">
                <a:solidFill>
                  <a:srgbClr val="172554"/>
                </a:solidFill>
              </a:rPr>
              <a:t>呼求主名就接受祂進來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172554"/>
                </a:solidFill>
                <a:latin typeface="微軟正黑體"/>
              </a:defRPr>
            </a:pPr>
            <a:r>
              <a:rPr sz="2400">
                <a:solidFill>
                  <a:srgbClr val="172554"/>
                </a:solidFill>
              </a:rPr>
              <a:t>聽見主的名和話，裡面生出珍賞、寶愛與羨慕，就是信的開始。只要簡單禱告、呼喊主名，主就進入裡面成為信心；越禱告，主分賜越多，信就越增加。不需要努力相信祂，只要簡單向祂禱告，把心向祂打開、把靈向祂敞開、呼喊祂的名。</a:t>
            </a:r>
          </a:p>
        </p:txBody>
      </p:sp>
      <p:pic>
        <p:nvPicPr>
          <p:cNvPr id="12" name="Picture 11" descr="信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5A638A"/>
                </a:solidFill>
                <a:latin typeface="微軟正黑體"/>
              </a:defRPr>
            </a:pPr>
            <a:r>
              <a:rPr sz="1800">
                <a:solidFill>
                  <a:srgbClr val="5A638A"/>
                </a:solidFill>
              </a:rPr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5A638A"/>
                </a:solidFill>
                <a:latin typeface="微軟正黑體"/>
              </a:defRPr>
            </a:pPr>
            <a:r>
              <a:rPr sz="4200" b="1">
                <a:solidFill>
                  <a:srgbClr val="5A638A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172554"/>
                </a:solidFill>
                <a:latin typeface="微軟正黑體"/>
              </a:defRPr>
            </a:pPr>
            <a:r>
              <a:rPr sz="3600"/>
              <a:t>現在就願意接受祂，相信祂，得着永遠的生命。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10" name="Picture 9" descr="信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5A638A"/>
                </a:solidFill>
                <a:latin typeface="微軟正黑體"/>
              </a:defRPr>
            </a:pPr>
            <a:r>
              <a:rPr sz="1800">
                <a:solidFill>
                  <a:srgbClr val="5A638A"/>
                </a:solidFill>
              </a:rPr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5A638A"/>
                </a:solidFill>
                <a:latin typeface="微軟正黑體"/>
              </a:defRPr>
            </a:pPr>
            <a:r>
              <a:rPr sz="4200" b="1">
                <a:solidFill>
                  <a:srgbClr val="5A638A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5A638A"/>
                </a:solidFill>
                <a:latin typeface="微軟正黑體"/>
              </a:defRPr>
            </a:pPr>
            <a:r>
              <a:rPr sz="2800">
                <a:solidFill>
                  <a:srgbClr val="5A638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主耶穌，我想要相信你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5A638A"/>
                </a:solidFill>
                <a:latin typeface="微軟正黑體"/>
              </a:defRPr>
            </a:pPr>
            <a:r>
              <a:rPr sz="2800">
                <a:solidFill>
                  <a:srgbClr val="5A638A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主耶穌，我想要接受你，信入你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5A638A"/>
                </a:solidFill>
                <a:latin typeface="微軟正黑體"/>
              </a:defRPr>
            </a:pPr>
            <a:r>
              <a:rPr sz="2800">
                <a:solidFill>
                  <a:srgbClr val="5A638A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主耶穌，求你進到我的靈裡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5A638A"/>
                </a:solidFill>
                <a:latin typeface="微軟正黑體"/>
              </a:defRPr>
            </a:pPr>
            <a:r>
              <a:rPr sz="2800">
                <a:solidFill>
                  <a:srgbClr val="5A638A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主耶穌，求你住在我的心裡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72554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5A638A"/>
                </a:solidFill>
                <a:latin typeface="微軟正黑體"/>
              </a:defRPr>
            </a:pPr>
            <a:r>
              <a:rPr sz="1800">
                <a:solidFill>
                  <a:srgbClr val="5A638A"/>
                </a:solidFill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5A638A"/>
                </a:solidFill>
                <a:latin typeface="微軟正黑體"/>
              </a:defRPr>
            </a:pPr>
            <a:r>
              <a:rPr sz="4200" b="1">
                <a:solidFill>
                  <a:srgbClr val="5A638A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5A638A"/>
                </a:solidFill>
                <a:latin typeface="微軟正黑體"/>
              </a:defRPr>
            </a:pPr>
            <a:r>
              <a:rPr sz="31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5A638A"/>
                </a:solidFill>
                <a:latin typeface="微軟正黑體"/>
              </a:defRPr>
            </a:pPr>
            <a:r>
              <a:rPr sz="31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5A638A"/>
                </a:solidFill>
                <a:latin typeface="微軟正黑體"/>
              </a:defRPr>
            </a:pPr>
            <a:r>
              <a:rPr sz="3100">
                <a:solidFill>
                  <a:srgbClr val="5A638A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人阿，你在那裏，第一、五十五問；你知道自己得救麼，第一篇；福音題綱，第九十七題；神愛世人；你需要重生。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人生的奧祕（二）·福音鑰字「信」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