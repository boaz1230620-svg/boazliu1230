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【約0.5分鐘】今天只講一個字——「認」，設計主題是「坦然的承認」。先讓朋友放鬆：給我大約十五分鐘，聽完再一起討論。本篇已按福音需要調整順序：先從生活談起，再回到經文，內容取自原文。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【約1.5分鐘】開場提問：除了認罪，聖經還說到另一種什麼「認」？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【約2.2分鐘】心信口認得救。投影片上的講解就是原文該段的濃縮，講的時候可以照著說，再展開一兩句自己的見證，不要偏離原文。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【約2.2分鐘】承認神成肉體。投影片上的講解就是原文該段的濃縮，講的時候可以照著說，再展開一兩句自己的見證，不要偏離原文。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【約2.2分鐘】承認子連父有。投影片上的講解就是原文該段的濃縮，講的時候可以照著說，再展開一兩句自己的見證，不要偏離原文。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【約2.2分鐘】在主裡承認互住。投影片上的講解就是原文該段的濃縮，講的時候可以照著說，再展開一兩句自己的見證，不要偏離原文。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主一生最大的工作就是死與復活：死擔負全人類的罪，使罪得赦免；復活將神聖生命分賜給相信接受的人。因此心裡信不僅信祂的死，更信神叫祂從死人中復活。口裡承認不是獨立的事，乃是因信而有的自然表現；一得救、心裡相信時，口裡就承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認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33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73152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8B7B27"/>
                </a:solidFill>
                <a:latin typeface="微軟正黑體"/>
              </a:defRPr>
            </a:pPr>
            <a:r>
              <a:rPr>
                <a:solidFill>
                  <a:srgbClr val="8B7B27"/>
                </a:solidFill>
              </a:rPr>
              <a:t>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029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331919"/>
                </a:solidFill>
                <a:latin typeface="微軟正黑體"/>
              </a:defRPr>
            </a:pPr>
            <a:r>
              <a:rPr sz="2600">
                <a:solidFill>
                  <a:srgbClr val="331919"/>
                </a:solidFill>
              </a:rPr>
              <a:t>坦然的承認 · 人應有的態度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0">
                <a:solidFill>
                  <a:srgbClr val="331919"/>
                </a:solidFill>
                <a:latin typeface="微軟正黑體"/>
              </a:defRPr>
            </a:pPr>
            <a:r>
              <a:rPr sz="2200">
                <a:solidFill>
                  <a:srgbClr val="331919"/>
                </a:solidFill>
              </a:rPr>
              <a:t>第 25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C07A1A"/>
                </a:solidFill>
                <a:latin typeface="微軟正黑體"/>
              </a:defRPr>
            </a:pPr>
            <a:r>
              <a:rPr sz="3800" b="1">
                <a:solidFill>
                  <a:srgbClr val="C07A1A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除了認罪，聖經還說到另一種什麼「認」？</a:t>
            </a:r>
          </a:p>
        </p:txBody>
      </p:sp>
      <p:pic>
        <p:nvPicPr>
          <p:cNvPr id="8" name="Picture 7" descr="認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心信口認得救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心裡信是向着神的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口裡承認是對着人的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呼求主名就是認主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1919"/>
                </a:solidFill>
                <a:latin typeface="微軟正黑體"/>
              </a:defRPr>
            </a:pPr>
            <a:r>
              <a:rPr sz="2400"/>
              <a:t>經文：「因為人心裡信，就得着義；口裡承認，就得救。」（羅十10）</a:t>
            </a:r>
          </a:p>
        </p:txBody>
      </p:sp>
      <p:pic>
        <p:nvPicPr>
          <p:cNvPr id="17" name="Picture 16" descr="story_認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承認神成肉體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外面是人裡面是神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耶穌意即耶和華救主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惟一無罪能成功救贖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1919"/>
                </a:solidFill>
                <a:latin typeface="微軟正黑體"/>
              </a:defRPr>
            </a:pPr>
            <a:r>
              <a:rPr sz="2400"/>
              <a:t>經文：「凡承認耶穌基督是在肉體裡來的，就是出於神的。」（約壹四2）</a:t>
            </a:r>
          </a:p>
        </p:txBody>
      </p:sp>
      <p:pic>
        <p:nvPicPr>
          <p:cNvPr id="17" name="Picture 16" descr="story_認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承認子連父有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接受就得權柄作兒女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得神作父享父家福分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浪子得袍戒指肥牛犢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1919"/>
                </a:solidFill>
                <a:latin typeface="微軟正黑體"/>
              </a:defRPr>
            </a:pPr>
            <a:r>
              <a:rPr sz="2400"/>
              <a:t>經文：「承認子的連父也有了。」（約壹二23）</a:t>
            </a:r>
          </a:p>
        </p:txBody>
      </p:sp>
      <p:pic>
        <p:nvPicPr>
          <p:cNvPr id="17" name="Picture 16" descr="story_認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8B7B27"/>
                </a:solidFill>
                <a:latin typeface="微軟正黑體"/>
              </a:defRPr>
            </a:pPr>
            <a:r>
              <a:rPr sz="4000" b="1">
                <a:solidFill>
                  <a:srgbClr val="8B7B27"/>
                </a:solidFill>
              </a:rPr>
              <a:t>在主裡承認互住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承認就進生機的聯結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在祂裡面祂在我們裡面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8B7B27"/>
                </a:solidFill>
                <a:latin typeface="微軟正黑體"/>
              </a:defRPr>
            </a:pPr>
            <a:r>
              <a:rPr sz="33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呼求主名享受主作一切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1919"/>
                </a:solidFill>
                <a:latin typeface="微軟正黑體"/>
              </a:defRPr>
            </a:pPr>
            <a:r>
              <a:rPr sz="2400"/>
              <a:t>經文：「凡在人面前，在我裡面承認我的，我在我諸天之上的父面前，也必在他裡面承認他。」（太十32）</a:t>
            </a:r>
          </a:p>
        </p:txBody>
      </p:sp>
      <p:pic>
        <p:nvPicPr>
          <p:cNvPr id="17" name="Picture 16" descr="story_認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331919"/>
                </a:solidFill>
                <a:latin typeface="微軟正黑體"/>
              </a:defRPr>
            </a:pPr>
            <a:r>
              <a:rPr sz="1800"/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7B27"/>
                </a:solidFill>
                <a:latin typeface="微軟正黑體"/>
              </a:defRPr>
            </a:pPr>
            <a:r>
              <a:rPr sz="4200" b="1">
                <a:solidFill>
                  <a:srgbClr val="8B7B27"/>
                </a:solidFill>
              </a:rPr>
              <a:t>「認」的鑰字經文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羅十10：人心裡信，就得着義；口裡承認，就得救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太十32：凡在人面前承認我的，我在父面前也必承認他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約壹二23：承認子的連父也有了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023359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約壹四2：凡承認耶穌基督是在肉體裡來的，就是出於神的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200" b="0">
                <a:solidFill>
                  <a:srgbClr val="2B2B2B"/>
                </a:solidFill>
                <a:latin typeface="微軟正黑體"/>
              </a:defRPr>
            </a:pPr>
            <a:r>
              <a:rPr sz="2200"/>
              <a:t>約壹四15：凡承認耶穌是神兒子的，神就住在他裡面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331919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C07A1A"/>
                </a:solidFill>
                <a:latin typeface="微軟正黑體"/>
              </a:defRPr>
            </a:pPr>
            <a:r>
              <a:rPr sz="2000">
                <a:solidFill>
                  <a:srgbClr val="C07A1A"/>
                </a:solidFill>
              </a:rPr>
              <a:t>福音的答案 · 坦然的承認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8B7B27"/>
                </a:solidFill>
                <a:latin typeface="微軟正黑體"/>
              </a:defRPr>
            </a:pPr>
            <a:r>
              <a:rPr sz="4600" b="1">
                <a:solidFill>
                  <a:srgbClr val="8B7B27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331919"/>
                </a:solidFill>
                <a:latin typeface="微軟正黑體"/>
              </a:defRPr>
            </a:pPr>
            <a:r>
              <a:rPr sz="3300">
                <a:solidFill>
                  <a:srgbClr val="331919"/>
                </a:solidFill>
              </a:rPr>
              <a:t>心裡信神叫主從死復活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331919"/>
                </a:solidFill>
                <a:latin typeface="微軟正黑體"/>
              </a:defRPr>
            </a:pPr>
            <a:r>
              <a:rPr sz="3300">
                <a:solidFill>
                  <a:srgbClr val="331919"/>
                </a:solidFill>
              </a:rPr>
              <a:t>口裡認耶穌為主就得救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C07A1A"/>
                </a:solidFill>
                <a:latin typeface="微軟正黑體"/>
              </a:defRPr>
            </a:pPr>
            <a:r>
              <a:rPr sz="3300">
                <a:solidFill>
                  <a:srgbClr val="C07A1A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331919"/>
                </a:solidFill>
                <a:latin typeface="微軟正黑體"/>
              </a:defRPr>
            </a:pPr>
            <a:r>
              <a:rPr sz="3300">
                <a:solidFill>
                  <a:srgbClr val="331919"/>
                </a:solidFill>
              </a:rPr>
              <a:t>承認就與主聯結互住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331919"/>
                </a:solidFill>
                <a:latin typeface="微軟正黑體"/>
              </a:defRPr>
            </a:pPr>
            <a:r>
              <a:rPr sz="2400">
                <a:solidFill>
                  <a:srgbClr val="331919"/>
                </a:solidFill>
              </a:rPr>
              <a:t>主一生最大的工作就是死與復活：死擔負全人類的罪，使罪得赦免；復活將神聖生命分賜給相信接受的人。因此心裡信不僅信祂的死，更信神叫祂從死人中復活。口裡承認不是獨立的事，乃是因信而有的自然表現；一得救、心裡相信時，口裡就承認。</a:t>
            </a:r>
          </a:p>
        </p:txBody>
      </p:sp>
      <p:pic>
        <p:nvPicPr>
          <p:cNvPr id="12" name="Picture 11" descr="認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331919"/>
                </a:solidFill>
                <a:latin typeface="微軟正黑體"/>
              </a:defRPr>
            </a:pPr>
            <a:r>
              <a:rPr sz="1800"/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7B27"/>
                </a:solidFill>
                <a:latin typeface="微軟正黑體"/>
              </a:defRPr>
            </a:pPr>
            <a:r>
              <a:rPr sz="4200" b="1">
                <a:solidFill>
                  <a:srgbClr val="8B7B27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331919"/>
                </a:solidFill>
                <a:latin typeface="微軟正黑體"/>
              </a:defRPr>
            </a:pPr>
            <a:r>
              <a:rPr sz="3600"/>
              <a:t>現在就口裡認耶穌為主，心裡信神叫祂從死人中復活，就必得救。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認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331919"/>
                </a:solidFill>
                <a:latin typeface="微軟正黑體"/>
              </a:defRPr>
            </a:pPr>
            <a:r>
              <a:rPr sz="1800"/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7B27"/>
                </a:solidFill>
                <a:latin typeface="微軟正黑體"/>
              </a:defRPr>
            </a:pPr>
            <a:r>
              <a:rPr sz="4200" b="1">
                <a:solidFill>
                  <a:srgbClr val="8B7B27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B27"/>
                </a:solidFill>
                <a:latin typeface="微軟正黑體"/>
              </a:defRPr>
            </a:pPr>
            <a:r>
              <a:rPr sz="2800">
                <a:solidFill>
                  <a:srgbClr val="8B7B27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主耶穌，我心裡相信你從死復活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B27"/>
                </a:solidFill>
                <a:latin typeface="微軟正黑體"/>
              </a:defRPr>
            </a:pPr>
            <a:r>
              <a:rPr sz="2800">
                <a:solidFill>
                  <a:srgbClr val="8B7B27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主耶穌，我口裡承認你是主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B27"/>
                </a:solidFill>
                <a:latin typeface="微軟正黑體"/>
              </a:defRPr>
            </a:pPr>
            <a:r>
              <a:rPr sz="2800">
                <a:solidFill>
                  <a:srgbClr val="8B7B27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主耶穌，我承認你是神的兒子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8B7B27"/>
                </a:solidFill>
                <a:latin typeface="微軟正黑體"/>
              </a:defRPr>
            </a:pPr>
            <a:r>
              <a:rPr sz="2800">
                <a:solidFill>
                  <a:srgbClr val="8B7B27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主耶穌，求你住在我裡面，我也住在你裡面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331919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331919"/>
                </a:solidFill>
                <a:latin typeface="微軟正黑體"/>
              </a:defRPr>
            </a:pPr>
            <a:r>
              <a:rPr sz="1800"/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8B7B27"/>
                </a:solidFill>
                <a:latin typeface="微軟正黑體"/>
              </a:defRPr>
            </a:pPr>
            <a:r>
              <a:rPr sz="4200" b="1">
                <a:solidFill>
                  <a:srgbClr val="8B7B27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FDE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7B27"/>
                </a:solidFill>
                <a:latin typeface="微軟正黑體"/>
              </a:defRPr>
            </a:pPr>
            <a:r>
              <a:rPr sz="31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7B27"/>
                </a:solidFill>
                <a:latin typeface="微軟正黑體"/>
              </a:defRPr>
            </a:pPr>
            <a:r>
              <a:rPr sz="31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8B7B27"/>
                </a:solidFill>
                <a:latin typeface="微軟正黑體"/>
              </a:defRPr>
            </a:pPr>
            <a:r>
              <a:rPr sz="3100">
                <a:solidFill>
                  <a:srgbClr val="8B7B27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000" b="0">
                <a:solidFill>
                  <a:srgbClr val="5A5A5A"/>
                </a:solidFill>
                <a:latin typeface="微軟正黑體"/>
              </a:defRPr>
            </a:pPr>
            <a:r>
              <a:rPr sz="2000"/>
              <a:t>人阿，你在那裏，第二十問；福音問題，第四十三問；神的經營，第一章；新約總論，第九十三篇；初信課程，第二課；神與人奧祕的關係，第一篇；在靈裏與主互住的生活，第三篇；住在主裏面，享受主生命，第二篇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人生的奧祕（二）·福音鑰字「認」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